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3.xml" ContentType="application/vnd.openxmlformats-officedocument.presentationml.notesSlide+xml"/>
  <Override PartName="/ppt/notesSlides/_rels/notesSlide3.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92000" cy="6858000"/>
  <p:notesSz cx="12192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the slide</a:t>
            </a:r>
            <a:endParaRPr b="0" lang="en-US" sz="1800" spc="-1" strike="noStrike">
              <a:solidFill>
                <a:schemeClr val="dk1"/>
              </a:solidFill>
              <a:latin typeface="Calibri"/>
            </a:endParaRPr>
          </a:p>
        </p:txBody>
      </p:sp>
      <p:sp>
        <p:nvSpPr>
          <p:cNvPr id="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IN" sz="2000" spc="-1" strike="noStrike">
                <a:solidFill>
                  <a:srgbClr val="000000"/>
                </a:solidFill>
                <a:latin typeface="Arial"/>
              </a:rPr>
              <a:t>Click to edit the notes format</a:t>
            </a:r>
            <a:endParaRPr b="0" lang="en-IN" sz="2000" spc="-1" strike="noStrike">
              <a:solidFill>
                <a:srgbClr val="000000"/>
              </a:solidFill>
              <a:latin typeface="Arial"/>
            </a:endParaRPr>
          </a:p>
        </p:txBody>
      </p:sp>
      <p:sp>
        <p:nvSpPr>
          <p:cNvPr id="3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IN" sz="1400" spc="-1" strike="noStrike">
                <a:solidFill>
                  <a:srgbClr val="000000"/>
                </a:solidFill>
                <a:latin typeface="Times New Roman"/>
              </a:rPr>
              <a:t>&lt;header&gt;</a:t>
            </a:r>
            <a:endParaRPr b="0" lang="en-IN" sz="1400" spc="-1" strike="noStrike">
              <a:solidFill>
                <a:srgbClr val="000000"/>
              </a:solidFill>
              <a:latin typeface="Times New Roman"/>
            </a:endParaRPr>
          </a:p>
        </p:txBody>
      </p:sp>
      <p:sp>
        <p:nvSpPr>
          <p:cNvPr id="38" name="PlaceHolder 4"/>
          <p:cNvSpPr>
            <a:spLocks noGrp="1"/>
          </p:cNvSpPr>
          <p:nvPr>
            <p:ph type="dt" idx="16"/>
          </p:nvPr>
        </p:nvSpPr>
        <p:spPr>
          <a:xfrm>
            <a:off x="4278960" y="0"/>
            <a:ext cx="3280680" cy="534240"/>
          </a:xfrm>
          <a:prstGeom prst="rect">
            <a:avLst/>
          </a:prstGeom>
          <a:noFill/>
          <a:ln w="0">
            <a:noFill/>
          </a:ln>
        </p:spPr>
        <p:txBody>
          <a:bodyPr lIns="0" rIns="0" tIns="0" bIns="0" anchor="t">
            <a:noAutofit/>
          </a:bodyPr>
          <a:lstStyle>
            <a:lvl1pPr indent="0" algn="r">
              <a:buNone/>
              <a:defRPr b="0" lang="en-IN" sz="1400" spc="-1" strike="noStrike">
                <a:solidFill>
                  <a:srgbClr val="000000"/>
                </a:solidFill>
                <a:latin typeface="Times New Roman"/>
              </a:defRPr>
            </a:lvl1pPr>
          </a:lstStyle>
          <a:p>
            <a:pPr indent="0" algn="r">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
        <p:nvSpPr>
          <p:cNvPr id="39" name="PlaceHolder 5"/>
          <p:cNvSpPr>
            <a:spLocks noGrp="1"/>
          </p:cNvSpPr>
          <p:nvPr>
            <p:ph type="ftr" idx="17"/>
          </p:nvPr>
        </p:nvSpPr>
        <p:spPr>
          <a:xfrm>
            <a:off x="0" y="10157400"/>
            <a:ext cx="3280680" cy="534240"/>
          </a:xfrm>
          <a:prstGeom prst="rect">
            <a:avLst/>
          </a:prstGeom>
          <a:noFill/>
          <a:ln w="0">
            <a:noFill/>
          </a:ln>
        </p:spPr>
        <p:txBody>
          <a:bodyPr lIns="0" rIns="0" tIns="0" bIns="0" anchor="b">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40" name="PlaceHolder 6"/>
          <p:cNvSpPr>
            <a:spLocks noGrp="1"/>
          </p:cNvSpPr>
          <p:nvPr>
            <p:ph type="sldNum" idx="18"/>
          </p:nvPr>
        </p:nvSpPr>
        <p:spPr>
          <a:xfrm>
            <a:off x="4278960" y="10157400"/>
            <a:ext cx="3280680" cy="534240"/>
          </a:xfrm>
          <a:prstGeom prst="rect">
            <a:avLst/>
          </a:prstGeom>
          <a:noFill/>
          <a:ln w="0">
            <a:noFill/>
          </a:ln>
        </p:spPr>
        <p:txBody>
          <a:bodyPr lIns="0" rIns="0" tIns="0" bIns="0" anchor="b">
            <a:noAutofit/>
          </a:bodyPr>
          <a:lstStyle>
            <a:lvl1pPr indent="0" algn="r">
              <a:buNone/>
              <a:defRPr b="0" lang="en-IN" sz="1400" spc="-1" strike="noStrike">
                <a:solidFill>
                  <a:srgbClr val="000000"/>
                </a:solidFill>
                <a:latin typeface="Times New Roman"/>
              </a:defRPr>
            </a:lvl1pPr>
          </a:lstStyle>
          <a:p>
            <a:pPr indent="0" algn="r">
              <a:buNone/>
            </a:pPr>
            <a:fld id="{C429B158-F215-4B03-A136-D686A181CA58}" type="slidenum">
              <a:rPr b="0" lang="en-IN" sz="1400" spc="-1" strike="noStrike">
                <a:solidFill>
                  <a:srgbClr val="000000"/>
                </a:solidFill>
                <a:latin typeface="Times New Roman"/>
              </a:rPr>
              <a:t>&lt;number&gt;</a:t>
            </a:fld>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ldImg"/>
          </p:nvPr>
        </p:nvSpPr>
        <p:spPr>
          <a:xfrm>
            <a:off x="4038480" y="857160"/>
            <a:ext cx="4114440" cy="2314080"/>
          </a:xfrm>
          <a:prstGeom prst="rect">
            <a:avLst/>
          </a:prstGeom>
          <a:ln w="0">
            <a:noFill/>
          </a:ln>
        </p:spPr>
      </p:sp>
      <p:sp>
        <p:nvSpPr>
          <p:cNvPr id="69" name="PlaceHolder 2"/>
          <p:cNvSpPr>
            <a:spLocks noGrp="1"/>
          </p:cNvSpPr>
          <p:nvPr>
            <p:ph type="body"/>
          </p:nvPr>
        </p:nvSpPr>
        <p:spPr>
          <a:xfrm>
            <a:off x="1219320" y="3300480"/>
            <a:ext cx="9752760" cy="2699640"/>
          </a:xfrm>
          <a:prstGeom prst="rect">
            <a:avLst/>
          </a:prstGeom>
          <a:noFill/>
          <a:ln w="0">
            <a:noFill/>
          </a:ln>
        </p:spPr>
        <p:txBody>
          <a:bodyPr lIns="91440" rIns="91440" tIns="45720" bIns="45720" anchor="t">
            <a:noAutofit/>
          </a:bodyPr>
          <a:p>
            <a:pPr marL="216000" indent="-216000">
              <a:buNone/>
            </a:pPr>
            <a:endParaRPr b="0" lang="en-IN" sz="1800" spc="-1" strike="noStrike">
              <a:solidFill>
                <a:srgbClr val="000000"/>
              </a:solidFill>
              <a:latin typeface="Arial"/>
            </a:endParaRPr>
          </a:p>
        </p:txBody>
      </p:sp>
      <p:sp>
        <p:nvSpPr>
          <p:cNvPr id="70" name="PlaceHolder 3"/>
          <p:cNvSpPr>
            <a:spLocks noGrp="1"/>
          </p:cNvSpPr>
          <p:nvPr>
            <p:ph type="sldNum" idx="19"/>
          </p:nvPr>
        </p:nvSpPr>
        <p:spPr>
          <a:xfrm>
            <a:off x="6905520" y="6513480"/>
            <a:ext cx="5282640" cy="3438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IN" sz="1200" spc="-1" strike="noStrike">
                <a:solidFill>
                  <a:srgbClr val="000000"/>
                </a:solidFill>
                <a:latin typeface="Times New Roman"/>
                <a:ea typeface="+mn-ea"/>
              </a:defRPr>
            </a:lvl1pPr>
          </a:lstStyle>
          <a:p>
            <a:pPr indent="0" algn="r" defTabSz="914400">
              <a:lnSpc>
                <a:spcPct val="100000"/>
              </a:lnSpc>
              <a:buNone/>
              <a:tabLst>
                <a:tab algn="l" pos="0"/>
              </a:tabLst>
            </a:pPr>
            <a:fld id="{881B2FB4-C918-4655-86B9-3CACD88520FC}" type="slidenum">
              <a:rPr b="0" lang="en-IN" sz="1200" spc="-1" strike="noStrike">
                <a:solidFill>
                  <a:srgbClr val="000000"/>
                </a:solidFill>
                <a:latin typeface="Times New Roman"/>
                <a:ea typeface="+mn-ea"/>
              </a:rPr>
              <a:t>&lt;number&gt;</a:t>
            </a:fld>
            <a:endParaRPr b="0" lang="en-IN"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6"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D47DEA2-37E0-4641-8682-E56A59A8508B}"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13"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3B51565-B9D0-42FA-9C1A-E5874BA0FCD2}"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0"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56116CBB-DF40-4148-BD96-3955B23E97A4}"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26"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7"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6C9120F-C7CD-4B1F-883C-7952CECE1D18}" type="slidenum">
              <a:t>&lt;#&gt;</a:t>
            </a:fld>
          </a:p>
        </p:txBody>
      </p:sp>
      <p:sp>
        <p:nvSpPr>
          <p:cNvPr id="6" name="PlaceHolder 5"/>
          <p:cNvSpPr>
            <a:spLocks noGrp="1"/>
          </p:cNvSpPr>
          <p:nvPr>
            <p:ph type="dt" idx="12"/>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Blank">
    <p:spTree>
      <p:nvGrpSpPr>
        <p:cNvPr id="1" name=""/>
        <p:cNvGrpSpPr/>
        <p:nvPr/>
      </p:nvGrpSpPr>
      <p:grpSpPr>
        <a:xfrm>
          <a:off x="0" y="0"/>
          <a:ext cx="0" cy="0"/>
          <a:chOff x="0" y="0"/>
          <a:chExt cx="0" cy="0"/>
        </a:xfrm>
      </p:grpSpPr>
      <p:sp>
        <p:nvSpPr>
          <p:cNvPr id="33"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4" name="PlaceHolder 2"/>
          <p:cNvSpPr>
            <a:spLocks noGrp="1"/>
          </p:cNvSpPr>
          <p:nvPr>
            <p:ph/>
          </p:nvPr>
        </p:nvSpPr>
        <p:spPr>
          <a:xfrm>
            <a:off x="609480" y="1604520"/>
            <a:ext cx="10972080" cy="3976920"/>
          </a:xfrm>
          <a:prstGeom prst="rect">
            <a:avLst/>
          </a:prstGeom>
          <a:noFill/>
          <a:ln w="0">
            <a:noFill/>
          </a:ln>
        </p:spPr>
        <p:txBody>
          <a:bodyPr lIns="0" rIns="0" tIns="0" bIns="0" anchor="t">
            <a:normAutofit/>
          </a:bodyPr>
          <a:p>
            <a:pPr indent="0">
              <a:lnSpc>
                <a:spcPct val="90000"/>
              </a:lnSpc>
              <a:spcBef>
                <a:spcPts val="1417"/>
              </a:spcBef>
              <a:buNone/>
            </a:pPr>
            <a:endParaRPr b="0" lang="en-US" sz="2800" spc="-1" strike="noStrike">
              <a:solidFill>
                <a:schemeClr val="dk1"/>
              </a:solidFill>
              <a:latin typeface="Calibri"/>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33142251-6DC7-4167-BF56-4991EE1C35CC}" type="slidenum">
              <a:t>&lt;#&gt;</a:t>
            </a:fld>
          </a:p>
        </p:txBody>
      </p:sp>
      <p:sp>
        <p:nvSpPr>
          <p:cNvPr id="6" name="PlaceHolder 5"/>
          <p:cNvSpPr>
            <a:spLocks noGrp="1"/>
          </p:cNvSpPr>
          <p:nvPr>
            <p:ph type="dt" idx="15"/>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 name="PlaceHolder 3"/>
          <p:cNvSpPr>
            <a:spLocks noGrp="1"/>
          </p:cNvSpPr>
          <p:nvPr>
            <p:ph type="ftr" idx="1"/>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IN" sz="1400" spc="-1" strike="noStrike">
                <a:solidFill>
                  <a:srgbClr val="000000"/>
                </a:solidFill>
                <a:latin typeface="Times New Roman"/>
              </a:defRPr>
            </a:lvl1pPr>
          </a:lstStyle>
          <a:p>
            <a:pPr indent="0" algn="ctr" defTabSz="914400">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 name="PlaceHolder 4"/>
          <p:cNvSpPr>
            <a:spLocks noGrp="1"/>
          </p:cNvSpPr>
          <p:nvPr>
            <p:ph type="sldNum" idx="2"/>
          </p:nvPr>
        </p:nvSpPr>
        <p:spPr>
          <a:xfrm>
            <a:off x="877824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800" spc="-1" strike="noStrike">
                <a:solidFill>
                  <a:schemeClr val="dk1">
                    <a:tint val="75000"/>
                  </a:schemeClr>
                </a:solidFill>
                <a:latin typeface="Calibri"/>
              </a:defRPr>
            </a:lvl1pPr>
          </a:lstStyle>
          <a:p>
            <a:pPr indent="0" algn="r" defTabSz="914400">
              <a:lnSpc>
                <a:spcPct val="100000"/>
              </a:lnSpc>
              <a:buNone/>
              <a:tabLst>
                <a:tab algn="l" pos="0"/>
              </a:tabLst>
            </a:pPr>
            <a:fld id="{FF5BC6A7-F79E-48FA-99A5-4D75168EF35B}" type="slidenum">
              <a:rPr b="0" lang="en-US" sz="1800" spc="-1" strike="noStrike">
                <a:solidFill>
                  <a:schemeClr val="dk1">
                    <a:tint val="75000"/>
                  </a:schemeClr>
                </a:solidFill>
                <a:latin typeface="Calibri"/>
              </a:rPr>
              <a:t>&lt;number&gt;</a:t>
            </a:fld>
            <a:endParaRPr b="0" lang="en-IN" sz="1800" spc="-1" strike="noStrike">
              <a:solidFill>
                <a:srgbClr val="000000"/>
              </a:solidFill>
              <a:latin typeface="Times New Roman"/>
            </a:endParaRPr>
          </a:p>
        </p:txBody>
      </p:sp>
      <p:sp>
        <p:nvSpPr>
          <p:cNvPr id="4" name="PlaceHolder 5"/>
          <p:cNvSpPr>
            <a:spLocks noGrp="1"/>
          </p:cNvSpPr>
          <p:nvPr>
            <p:ph type="dt" idx="3"/>
          </p:nvPr>
        </p:nvSpPr>
        <p:spPr>
          <a:xfrm>
            <a:off x="609480" y="6378120"/>
            <a:ext cx="2803320" cy="34236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9" name="PlaceHolder 3"/>
          <p:cNvSpPr>
            <a:spLocks noGrp="1"/>
          </p:cNvSpPr>
          <p:nvPr>
            <p:ph type="ftr" idx="4"/>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IN" sz="1400" spc="-1" strike="noStrike">
                <a:solidFill>
                  <a:srgbClr val="000000"/>
                </a:solidFill>
                <a:latin typeface="Times New Roman"/>
              </a:defRPr>
            </a:lvl1pPr>
          </a:lstStyle>
          <a:p>
            <a:pPr indent="0" algn="ctr" defTabSz="914400">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0" name="PlaceHolder 4"/>
          <p:cNvSpPr>
            <a:spLocks noGrp="1"/>
          </p:cNvSpPr>
          <p:nvPr>
            <p:ph type="sldNum" idx="5"/>
          </p:nvPr>
        </p:nvSpPr>
        <p:spPr>
          <a:xfrm>
            <a:off x="877824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800" spc="-1" strike="noStrike">
                <a:solidFill>
                  <a:schemeClr val="dk1">
                    <a:tint val="75000"/>
                  </a:schemeClr>
                </a:solidFill>
                <a:latin typeface="Calibri"/>
              </a:defRPr>
            </a:lvl1pPr>
          </a:lstStyle>
          <a:p>
            <a:pPr indent="0" algn="r" defTabSz="914400">
              <a:lnSpc>
                <a:spcPct val="100000"/>
              </a:lnSpc>
              <a:buNone/>
              <a:tabLst>
                <a:tab algn="l" pos="0"/>
              </a:tabLst>
            </a:pPr>
            <a:fld id="{16341ACF-CE35-453C-B289-C32E037FAC70}" type="slidenum">
              <a:rPr b="0" lang="en-US" sz="1800" spc="-1" strike="noStrike">
                <a:solidFill>
                  <a:schemeClr val="dk1">
                    <a:tint val="75000"/>
                  </a:schemeClr>
                </a:solidFill>
                <a:latin typeface="Calibri"/>
              </a:rPr>
              <a:t>&lt;number&gt;</a:t>
            </a:fld>
            <a:endParaRPr b="0" lang="en-IN" sz="1800" spc="-1" strike="noStrike">
              <a:solidFill>
                <a:srgbClr val="000000"/>
              </a:solidFill>
              <a:latin typeface="Times New Roman"/>
            </a:endParaRPr>
          </a:p>
        </p:txBody>
      </p:sp>
      <p:sp>
        <p:nvSpPr>
          <p:cNvPr id="11" name="PlaceHolder 5"/>
          <p:cNvSpPr>
            <a:spLocks noGrp="1"/>
          </p:cNvSpPr>
          <p:nvPr>
            <p:ph type="dt" idx="6"/>
          </p:nvPr>
        </p:nvSpPr>
        <p:spPr>
          <a:xfrm>
            <a:off x="609480" y="6378120"/>
            <a:ext cx="2803320" cy="34236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15"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16" name="PlaceHolder 3"/>
          <p:cNvSpPr>
            <a:spLocks noGrp="1"/>
          </p:cNvSpPr>
          <p:nvPr>
            <p:ph type="ftr" idx="7"/>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IN" sz="1400" spc="-1" strike="noStrike">
                <a:solidFill>
                  <a:srgbClr val="000000"/>
                </a:solidFill>
                <a:latin typeface="Times New Roman"/>
              </a:defRPr>
            </a:lvl1pPr>
          </a:lstStyle>
          <a:p>
            <a:pPr indent="0" algn="ctr" defTabSz="914400">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17" name="PlaceHolder 4"/>
          <p:cNvSpPr>
            <a:spLocks noGrp="1"/>
          </p:cNvSpPr>
          <p:nvPr>
            <p:ph type="sldNum" idx="8"/>
          </p:nvPr>
        </p:nvSpPr>
        <p:spPr>
          <a:xfrm>
            <a:off x="877824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800" spc="-1" strike="noStrike">
                <a:solidFill>
                  <a:schemeClr val="dk1">
                    <a:tint val="75000"/>
                  </a:schemeClr>
                </a:solidFill>
                <a:latin typeface="Calibri"/>
              </a:defRPr>
            </a:lvl1pPr>
          </a:lstStyle>
          <a:p>
            <a:pPr indent="0" algn="r" defTabSz="914400">
              <a:lnSpc>
                <a:spcPct val="100000"/>
              </a:lnSpc>
              <a:buNone/>
              <a:tabLst>
                <a:tab algn="l" pos="0"/>
              </a:tabLst>
            </a:pPr>
            <a:fld id="{C319EFBC-7444-4D59-97CE-8E9E8023EAA9}" type="slidenum">
              <a:rPr b="0" lang="en-US" sz="1800" spc="-1" strike="noStrike">
                <a:solidFill>
                  <a:schemeClr val="dk1">
                    <a:tint val="75000"/>
                  </a:schemeClr>
                </a:solidFill>
                <a:latin typeface="Calibri"/>
              </a:rPr>
              <a:t>&lt;number&gt;</a:t>
            </a:fld>
            <a:endParaRPr b="0" lang="en-IN" sz="1800" spc="-1" strike="noStrike">
              <a:solidFill>
                <a:srgbClr val="000000"/>
              </a:solidFill>
              <a:latin typeface="Times New Roman"/>
            </a:endParaRPr>
          </a:p>
        </p:txBody>
      </p:sp>
      <p:sp>
        <p:nvSpPr>
          <p:cNvPr id="18" name="PlaceHolder 5"/>
          <p:cNvSpPr>
            <a:spLocks noGrp="1"/>
          </p:cNvSpPr>
          <p:nvPr>
            <p:ph type="dt" idx="9"/>
          </p:nvPr>
        </p:nvSpPr>
        <p:spPr>
          <a:xfrm>
            <a:off x="609480" y="6378120"/>
            <a:ext cx="2803320" cy="34236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23" name="PlaceHolder 3"/>
          <p:cNvSpPr>
            <a:spLocks noGrp="1"/>
          </p:cNvSpPr>
          <p:nvPr>
            <p:ph type="ftr" idx="10"/>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IN" sz="1400" spc="-1" strike="noStrike">
                <a:solidFill>
                  <a:srgbClr val="000000"/>
                </a:solidFill>
                <a:latin typeface="Times New Roman"/>
              </a:defRPr>
            </a:lvl1pPr>
          </a:lstStyle>
          <a:p>
            <a:pPr indent="0" algn="ctr" defTabSz="914400">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24" name="PlaceHolder 4"/>
          <p:cNvSpPr>
            <a:spLocks noGrp="1"/>
          </p:cNvSpPr>
          <p:nvPr>
            <p:ph type="sldNum" idx="11"/>
          </p:nvPr>
        </p:nvSpPr>
        <p:spPr>
          <a:xfrm>
            <a:off x="877824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800" spc="-1" strike="noStrike">
                <a:solidFill>
                  <a:schemeClr val="dk1">
                    <a:tint val="75000"/>
                  </a:schemeClr>
                </a:solidFill>
                <a:latin typeface="Calibri"/>
              </a:defRPr>
            </a:lvl1pPr>
          </a:lstStyle>
          <a:p>
            <a:pPr indent="0" algn="r" defTabSz="914400">
              <a:lnSpc>
                <a:spcPct val="100000"/>
              </a:lnSpc>
              <a:buNone/>
              <a:tabLst>
                <a:tab algn="l" pos="0"/>
              </a:tabLst>
            </a:pPr>
            <a:fld id="{F737A159-18F4-413C-A7F8-6F6F79DD1438}" type="slidenum">
              <a:rPr b="0" lang="en-US" sz="1800" spc="-1" strike="noStrike">
                <a:solidFill>
                  <a:schemeClr val="dk1">
                    <a:tint val="75000"/>
                  </a:schemeClr>
                </a:solidFill>
                <a:latin typeface="Calibri"/>
              </a:rPr>
              <a:t>&lt;number&gt;</a:t>
            </a:fld>
            <a:endParaRPr b="0" lang="en-IN" sz="1800" spc="-1" strike="noStrike">
              <a:solidFill>
                <a:srgbClr val="000000"/>
              </a:solidFill>
              <a:latin typeface="Times New Roman"/>
            </a:endParaRPr>
          </a:p>
        </p:txBody>
      </p:sp>
      <p:sp>
        <p:nvSpPr>
          <p:cNvPr id="25" name="PlaceHolder 5"/>
          <p:cNvSpPr>
            <a:spLocks noGrp="1"/>
          </p:cNvSpPr>
          <p:nvPr>
            <p:ph type="dt" idx="12"/>
          </p:nvPr>
        </p:nvSpPr>
        <p:spPr>
          <a:xfrm>
            <a:off x="609480" y="6378120"/>
            <a:ext cx="2803320" cy="34236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343040" y="2845440"/>
            <a:ext cx="3505320" cy="695160"/>
          </a:xfrm>
          <a:prstGeom prst="rect">
            <a:avLst/>
          </a:prstGeom>
          <a:noFill/>
          <a:ln w="0">
            <a:noFill/>
          </a:ln>
        </p:spPr>
        <p:txBody>
          <a:bodyPr lIns="0" rIns="0" tIns="0" bIns="0" anchor="ctr">
            <a:noAutofit/>
          </a:bodyPr>
          <a:p>
            <a:pPr indent="0">
              <a:buNone/>
            </a:pPr>
            <a:r>
              <a:rPr b="0" lang="en-US" sz="4400" spc="-1" strike="noStrike">
                <a:solidFill>
                  <a:schemeClr val="dk1"/>
                </a:solidFill>
                <a:latin typeface="Calibri"/>
              </a:rPr>
              <a:t>Click to edit the title text format</a:t>
            </a:r>
            <a:endParaRPr b="0" lang="en-US" sz="4400" spc="-1" strike="noStrike">
              <a:solidFill>
                <a:schemeClr val="dk1"/>
              </a:solidFill>
              <a:latin typeface="Calibri"/>
            </a:endParaRPr>
          </a:p>
        </p:txBody>
      </p:sp>
      <p:sp>
        <p:nvSpPr>
          <p:cNvPr id="29"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1800" spc="-1" strike="noStrike">
                <a:solidFill>
                  <a:schemeClr val="dk1"/>
                </a:solidFill>
                <a:latin typeface="Calibri"/>
              </a:rPr>
              <a:t>Click to edit the outline text format</a:t>
            </a:r>
            <a:endParaRPr b="0" lang="en-US" sz="1800" spc="-1" strike="noStrike">
              <a:solidFill>
                <a:schemeClr val="dk1"/>
              </a:solidFill>
              <a:latin typeface="Calibri"/>
            </a:endParaRPr>
          </a:p>
          <a:p>
            <a:pPr lvl="1" marL="864000" indent="-324000">
              <a:lnSpc>
                <a:spcPct val="90000"/>
              </a:lnSpc>
              <a:spcBef>
                <a:spcPts val="1134"/>
              </a:spcBef>
              <a:buClr>
                <a:srgbClr val="000000"/>
              </a:buClr>
              <a:buSzPct val="75000"/>
              <a:buFont typeface="Symbol" charset="2"/>
              <a:buChar char=""/>
            </a:pPr>
            <a:r>
              <a:rPr b="0" lang="en-US" sz="1800" spc="-1" strike="noStrike">
                <a:solidFill>
                  <a:schemeClr val="dk1"/>
                </a:solidFill>
                <a:latin typeface="Calibri"/>
              </a:rPr>
              <a:t>Second Outline Level</a:t>
            </a:r>
            <a:endParaRPr b="0" lang="en-US" sz="1800" spc="-1" strike="noStrike">
              <a:solidFill>
                <a:schemeClr val="dk1"/>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chemeClr val="dk1"/>
                </a:solidFill>
                <a:latin typeface="Calibri"/>
              </a:rPr>
              <a:t>Third Outline Level</a:t>
            </a:r>
            <a:endParaRPr b="0" lang="en-US" sz="1800" spc="-1" strike="noStrike">
              <a:solidFill>
                <a:schemeClr val="dk1"/>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chemeClr val="dk1"/>
                </a:solidFill>
                <a:latin typeface="Calibri"/>
              </a:rPr>
              <a:t>Fourth Outline Level</a:t>
            </a:r>
            <a:endParaRPr b="0" lang="en-US" sz="1800" spc="-1" strike="noStrike">
              <a:solidFill>
                <a:schemeClr val="dk1"/>
              </a:solidFill>
              <a:latin typeface="Calibri"/>
            </a:endParaRPr>
          </a:p>
          <a:p>
            <a:pPr lvl="4" marL="2160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Fifth Outline Level</a:t>
            </a:r>
            <a:endParaRPr b="0" lang="en-US" sz="1800" spc="-1" strike="noStrike">
              <a:solidFill>
                <a:schemeClr val="dk1"/>
              </a:solidFill>
              <a:latin typeface="Calibri"/>
            </a:endParaRPr>
          </a:p>
          <a:p>
            <a:pPr lvl="5" marL="2592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Sixth Outline Level</a:t>
            </a:r>
            <a:endParaRPr b="0" lang="en-US" sz="1800" spc="-1" strike="noStrike">
              <a:solidFill>
                <a:schemeClr val="dk1"/>
              </a:solidFill>
              <a:latin typeface="Calibri"/>
            </a:endParaRPr>
          </a:p>
          <a:p>
            <a:pPr lvl="6" marL="3024000" indent="-216000">
              <a:lnSpc>
                <a:spcPct val="90000"/>
              </a:lnSpc>
              <a:spcBef>
                <a:spcPts val="283"/>
              </a:spcBef>
              <a:buClr>
                <a:srgbClr val="000000"/>
              </a:buClr>
              <a:buSzPct val="45000"/>
              <a:buFont typeface="Wingdings" charset="2"/>
              <a:buChar char=""/>
            </a:pPr>
            <a:r>
              <a:rPr b="0" lang="en-US" sz="1800" spc="-1" strike="noStrike">
                <a:solidFill>
                  <a:schemeClr val="dk1"/>
                </a:solidFill>
                <a:latin typeface="Calibri"/>
              </a:rPr>
              <a:t>Seventh Outline Level</a:t>
            </a:r>
            <a:endParaRPr b="0" lang="en-US" sz="1800" spc="-1" strike="noStrike">
              <a:solidFill>
                <a:schemeClr val="dk1"/>
              </a:solidFill>
              <a:latin typeface="Calibri"/>
            </a:endParaRPr>
          </a:p>
        </p:txBody>
      </p:sp>
      <p:sp>
        <p:nvSpPr>
          <p:cNvPr id="30" name="PlaceHolder 3"/>
          <p:cNvSpPr>
            <a:spLocks noGrp="1"/>
          </p:cNvSpPr>
          <p:nvPr>
            <p:ph type="ftr" idx="13"/>
          </p:nvPr>
        </p:nvSpPr>
        <p:spPr>
          <a:xfrm>
            <a:off x="4145400" y="6378120"/>
            <a:ext cx="3900600" cy="342360"/>
          </a:xfrm>
          <a:prstGeom prst="rect">
            <a:avLst/>
          </a:prstGeom>
          <a:noFill/>
          <a:ln w="0">
            <a:noFill/>
          </a:ln>
        </p:spPr>
        <p:txBody>
          <a:bodyPr lIns="0" rIns="0" tIns="0" bIns="0" anchor="t">
            <a:noAutofit/>
          </a:bodyPr>
          <a:lstStyle>
            <a:lvl1pPr indent="0" algn="ctr" defTabSz="914400">
              <a:lnSpc>
                <a:spcPct val="100000"/>
              </a:lnSpc>
              <a:buNone/>
              <a:tabLst>
                <a:tab algn="l" pos="0"/>
              </a:tabLst>
              <a:defRPr b="0" lang="en-IN" sz="1400" spc="-1" strike="noStrike">
                <a:solidFill>
                  <a:srgbClr val="000000"/>
                </a:solidFill>
                <a:latin typeface="Times New Roman"/>
              </a:defRPr>
            </a:lvl1pPr>
          </a:lstStyle>
          <a:p>
            <a:pPr indent="0" algn="ctr" defTabSz="914400">
              <a:lnSpc>
                <a:spcPct val="100000"/>
              </a:lnSpc>
              <a:buNone/>
              <a:tabLst>
                <a:tab algn="l" pos="0"/>
              </a:tabLst>
            </a:pPr>
            <a:r>
              <a:rPr b="0" lang="en-IN" sz="1400" spc="-1" strike="noStrike">
                <a:solidFill>
                  <a:srgbClr val="000000"/>
                </a:solidFill>
                <a:latin typeface="Times New Roman"/>
              </a:rPr>
              <a:t>&lt;footer&gt;</a:t>
            </a:r>
            <a:endParaRPr b="0" lang="en-IN" sz="1400" spc="-1" strike="noStrike">
              <a:solidFill>
                <a:srgbClr val="000000"/>
              </a:solidFill>
              <a:latin typeface="Times New Roman"/>
            </a:endParaRPr>
          </a:p>
        </p:txBody>
      </p:sp>
      <p:sp>
        <p:nvSpPr>
          <p:cNvPr id="31" name="PlaceHolder 4"/>
          <p:cNvSpPr>
            <a:spLocks noGrp="1"/>
          </p:cNvSpPr>
          <p:nvPr>
            <p:ph type="sldNum" idx="14"/>
          </p:nvPr>
        </p:nvSpPr>
        <p:spPr>
          <a:xfrm>
            <a:off x="8778240" y="6378120"/>
            <a:ext cx="2803320" cy="342360"/>
          </a:xfrm>
          <a:prstGeom prst="rect">
            <a:avLst/>
          </a:prstGeom>
          <a:noFill/>
          <a:ln w="0">
            <a:noFill/>
          </a:ln>
        </p:spPr>
        <p:txBody>
          <a:bodyPr lIns="0" rIns="0" tIns="0" bIns="0" anchor="t">
            <a:noAutofit/>
          </a:bodyPr>
          <a:lstStyle>
            <a:lvl1pPr indent="0" algn="r" defTabSz="914400">
              <a:lnSpc>
                <a:spcPct val="100000"/>
              </a:lnSpc>
              <a:buNone/>
              <a:tabLst>
                <a:tab algn="l" pos="0"/>
              </a:tabLst>
              <a:defRPr b="0" lang="en-US" sz="1800" spc="-1" strike="noStrike">
                <a:solidFill>
                  <a:schemeClr val="dk1">
                    <a:tint val="75000"/>
                  </a:schemeClr>
                </a:solidFill>
                <a:latin typeface="Calibri"/>
              </a:defRPr>
            </a:lvl1pPr>
          </a:lstStyle>
          <a:p>
            <a:pPr indent="0" algn="r" defTabSz="914400">
              <a:lnSpc>
                <a:spcPct val="100000"/>
              </a:lnSpc>
              <a:buNone/>
              <a:tabLst>
                <a:tab algn="l" pos="0"/>
              </a:tabLst>
            </a:pPr>
            <a:fld id="{6890221E-B317-42D8-93BD-DD6B9ABB070C}" type="slidenum">
              <a:rPr b="0" lang="en-US" sz="1800" spc="-1" strike="noStrike">
                <a:solidFill>
                  <a:schemeClr val="dk1">
                    <a:tint val="75000"/>
                  </a:schemeClr>
                </a:solidFill>
                <a:latin typeface="Calibri"/>
              </a:rPr>
              <a:t>&lt;number&gt;</a:t>
            </a:fld>
            <a:endParaRPr b="0" lang="en-IN" sz="1800" spc="-1" strike="noStrike">
              <a:solidFill>
                <a:srgbClr val="000000"/>
              </a:solidFill>
              <a:latin typeface="Times New Roman"/>
            </a:endParaRPr>
          </a:p>
        </p:txBody>
      </p:sp>
      <p:sp>
        <p:nvSpPr>
          <p:cNvPr id="32" name="PlaceHolder 5"/>
          <p:cNvSpPr>
            <a:spLocks noGrp="1"/>
          </p:cNvSpPr>
          <p:nvPr>
            <p:ph type="dt" idx="15"/>
          </p:nvPr>
        </p:nvSpPr>
        <p:spPr>
          <a:xfrm>
            <a:off x="609480" y="6378120"/>
            <a:ext cx="2803320" cy="342360"/>
          </a:xfrm>
          <a:prstGeom prst="rect">
            <a:avLst/>
          </a:prstGeom>
          <a:noFill/>
          <a:ln w="0">
            <a:noFill/>
          </a:ln>
        </p:spPr>
        <p:txBody>
          <a:bodyPr lIns="0" rIns="0" tIns="0" bIns="0" anchor="t">
            <a:noAutofit/>
          </a:bodyPr>
          <a:lstStyle>
            <a:lvl1pPr indent="0">
              <a:buNone/>
              <a:defRPr b="0" lang="en-IN" sz="1400" spc="-1" strike="noStrike">
                <a:solidFill>
                  <a:srgbClr val="000000"/>
                </a:solidFill>
                <a:latin typeface="Times New Roman"/>
              </a:defRPr>
            </a:lvl1pPr>
          </a:lstStyle>
          <a:p>
            <a:pPr indent="0">
              <a:buNone/>
            </a:pPr>
            <a:r>
              <a:rPr b="0" lang="en-IN" sz="1400" spc="-1" strike="noStrike">
                <a:solidFill>
                  <a:srgbClr val="000000"/>
                </a:solidFill>
                <a:latin typeface="Times New Roman"/>
              </a:rPr>
              <a:t>&lt;date/time&gt;</a:t>
            </a:r>
            <a:endParaRPr b="0" lang="en-IN"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5.jpeg"/><Relationship Id="rId5"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1" name="PlaceHolder 1"/>
          <p:cNvSpPr>
            <a:spLocks noGrp="1"/>
          </p:cNvSpPr>
          <p:nvPr>
            <p:ph type="title"/>
          </p:nvPr>
        </p:nvSpPr>
        <p:spPr>
          <a:xfrm>
            <a:off x="1023840" y="1040760"/>
            <a:ext cx="10283760" cy="1233720"/>
          </a:xfrm>
          <a:prstGeom prst="rect">
            <a:avLst/>
          </a:prstGeom>
          <a:noFill/>
          <a:ln w="0">
            <a:noFill/>
          </a:ln>
        </p:spPr>
        <p:txBody>
          <a:bodyPr lIns="0" rIns="0" tIns="88920" bIns="0" anchor="t">
            <a:noAutofit/>
          </a:bodyPr>
          <a:p>
            <a:pPr marL="12600" indent="0" algn="ctr" defTabSz="914400">
              <a:lnSpc>
                <a:spcPts val="4751"/>
              </a:lnSpc>
              <a:spcBef>
                <a:spcPts val="700"/>
              </a:spcBef>
              <a:buNone/>
              <a:tabLst>
                <a:tab algn="l" pos="0"/>
              </a:tabLst>
            </a:pPr>
            <a:r>
              <a:rPr b="0" lang="en-GB" sz="4400" spc="-7" strike="noStrike">
                <a:solidFill>
                  <a:schemeClr val="dk1"/>
                </a:solidFill>
                <a:latin typeface="Times New Roman"/>
              </a:rPr>
              <a:t>HOUSE RENT APP USING MERN</a:t>
            </a:r>
            <a:endParaRPr b="0" lang="en-US" sz="4400" spc="-1" strike="noStrike">
              <a:solidFill>
                <a:schemeClr val="dk1"/>
              </a:solidFill>
              <a:latin typeface="Calibri"/>
            </a:endParaRPr>
          </a:p>
        </p:txBody>
      </p:sp>
      <p:sp>
        <p:nvSpPr>
          <p:cNvPr id="42" name="object 3"/>
          <p:cNvSpPr/>
          <p:nvPr/>
        </p:nvSpPr>
        <p:spPr>
          <a:xfrm>
            <a:off x="3276720" y="2941920"/>
            <a:ext cx="5637960" cy="2477160"/>
          </a:xfrm>
          <a:prstGeom prst="rect">
            <a:avLst/>
          </a:prstGeom>
          <a:noFill/>
          <a:ln w="0">
            <a:noFill/>
          </a:ln>
        </p:spPr>
        <p:style>
          <a:lnRef idx="0"/>
          <a:fillRef idx="0"/>
          <a:effectRef idx="0"/>
          <a:fontRef idx="minor"/>
        </p:style>
        <p:txBody>
          <a:bodyPr lIns="0" rIns="0" tIns="129600" bIns="0" anchor="t">
            <a:spAutoFit/>
          </a:bodyPr>
          <a:p>
            <a:pPr marL="12600" algn="ctr" defTabSz="914400">
              <a:lnSpc>
                <a:spcPct val="100000"/>
              </a:lnSpc>
              <a:spcBef>
                <a:spcPts val="1020"/>
              </a:spcBef>
            </a:pPr>
            <a:r>
              <a:rPr b="0" lang="en-US" sz="2400" spc="-7" strike="noStrike">
                <a:solidFill>
                  <a:schemeClr val="dk1"/>
                </a:solidFill>
                <a:latin typeface="Times New Roman"/>
              </a:rPr>
              <a:t>TEAM</a:t>
            </a:r>
            <a:r>
              <a:rPr b="0" lang="en-US" sz="2400" spc="-21" strike="noStrike">
                <a:solidFill>
                  <a:schemeClr val="dk1"/>
                </a:solidFill>
                <a:latin typeface="Times New Roman"/>
              </a:rPr>
              <a:t> </a:t>
            </a:r>
            <a:r>
              <a:rPr b="0" lang="en-US" sz="2400" spc="-32" strike="noStrike">
                <a:solidFill>
                  <a:schemeClr val="dk1"/>
                </a:solidFill>
                <a:latin typeface="Times New Roman"/>
              </a:rPr>
              <a:t>MEMBER</a:t>
            </a:r>
            <a:r>
              <a:rPr b="0" lang="en-GB" sz="2400" spc="-32" strike="noStrike">
                <a:solidFill>
                  <a:schemeClr val="dk1"/>
                </a:solidFill>
                <a:latin typeface="Times New Roman"/>
              </a:rPr>
              <a:t>S</a:t>
            </a:r>
            <a:endParaRPr b="0" lang="en-IN" sz="2400" spc="-1" strike="noStrike">
              <a:solidFill>
                <a:srgbClr val="000000"/>
              </a:solidFill>
              <a:latin typeface="Arial"/>
            </a:endParaRPr>
          </a:p>
          <a:p>
            <a:pPr marL="12600" defTabSz="914400">
              <a:lnSpc>
                <a:spcPct val="100000"/>
              </a:lnSpc>
              <a:spcBef>
                <a:spcPts val="1020"/>
              </a:spcBef>
            </a:pPr>
            <a:r>
              <a:rPr b="0" lang="en-US" sz="2400" spc="-1" strike="noStrike">
                <a:solidFill>
                  <a:schemeClr val="dk1"/>
                </a:solidFill>
                <a:latin typeface="Times New Roman"/>
              </a:rPr>
              <a:t>DHAYANANDH S            (211521205036)</a:t>
            </a:r>
            <a:endParaRPr b="0" lang="en-IN" sz="2400" spc="-1" strike="noStrike">
              <a:solidFill>
                <a:srgbClr val="000000"/>
              </a:solidFill>
              <a:latin typeface="Arial"/>
            </a:endParaRPr>
          </a:p>
          <a:p>
            <a:pPr marL="12600" defTabSz="914400">
              <a:lnSpc>
                <a:spcPct val="100000"/>
              </a:lnSpc>
              <a:spcBef>
                <a:spcPts val="1020"/>
              </a:spcBef>
            </a:pPr>
            <a:r>
              <a:rPr b="0" lang="en-US" sz="2400" spc="-1" strike="noStrike">
                <a:solidFill>
                  <a:schemeClr val="dk1"/>
                </a:solidFill>
                <a:latin typeface="Times New Roman"/>
              </a:rPr>
              <a:t>GOWTHAM KUMAR      (211521205045)</a:t>
            </a:r>
            <a:endParaRPr b="0" lang="en-IN" sz="2400" spc="-1" strike="noStrike">
              <a:solidFill>
                <a:srgbClr val="000000"/>
              </a:solidFill>
              <a:latin typeface="Arial"/>
            </a:endParaRPr>
          </a:p>
          <a:p>
            <a:pPr marL="12600" defTabSz="914400">
              <a:lnSpc>
                <a:spcPct val="100000"/>
              </a:lnSpc>
              <a:spcBef>
                <a:spcPts val="1020"/>
              </a:spcBef>
            </a:pPr>
            <a:r>
              <a:rPr b="0" lang="en-US" sz="2400" spc="-1" strike="noStrike">
                <a:solidFill>
                  <a:schemeClr val="dk1"/>
                </a:solidFill>
                <a:latin typeface="Times New Roman"/>
              </a:rPr>
              <a:t>BINESH CAFERIO</a:t>
            </a:r>
            <a:r>
              <a:rPr b="0" lang="en-US" sz="2400" spc="-1" strike="noStrike">
                <a:solidFill>
                  <a:schemeClr val="dk1"/>
                </a:solidFill>
                <a:latin typeface="Times New Roman"/>
              </a:rPr>
              <a:t>	</a:t>
            </a:r>
            <a:r>
              <a:rPr b="0" lang="en-US" sz="2400" spc="-1" strike="noStrike">
                <a:solidFill>
                  <a:schemeClr val="dk1"/>
                </a:solidFill>
                <a:latin typeface="Times New Roman"/>
              </a:rPr>
              <a:t>       (211521205025)</a:t>
            </a:r>
            <a:endParaRPr b="0" lang="en-IN" sz="2400" spc="-1" strike="noStrike">
              <a:solidFill>
                <a:srgbClr val="000000"/>
              </a:solidFill>
              <a:latin typeface="Arial"/>
            </a:endParaRPr>
          </a:p>
          <a:p>
            <a:pPr marL="12600" defTabSz="914400">
              <a:lnSpc>
                <a:spcPct val="100000"/>
              </a:lnSpc>
              <a:spcBef>
                <a:spcPts val="1020"/>
              </a:spcBef>
            </a:pPr>
            <a:r>
              <a:rPr b="0" lang="en-US" sz="2400" spc="-1" strike="noStrike">
                <a:solidFill>
                  <a:schemeClr val="dk1"/>
                </a:solidFill>
                <a:latin typeface="Times New Roman"/>
              </a:rPr>
              <a:t>ADITHIYA V                    (211521205007)</a:t>
            </a:r>
            <a:endParaRPr b="0" lang="en-IN" sz="2400" spc="-1" strike="noStrike">
              <a:solidFill>
                <a:srgbClr val="000000"/>
              </a:solidFill>
              <a:latin typeface="Arial"/>
            </a:endParaRPr>
          </a:p>
        </p:txBody>
      </p:sp>
      <p:sp>
        <p:nvSpPr>
          <p:cNvPr id="43" name="object 4"/>
          <p:cNvSpPr/>
          <p:nvPr/>
        </p:nvSpPr>
        <p:spPr>
          <a:xfrm>
            <a:off x="6551280" y="3464640"/>
            <a:ext cx="5344560" cy="935280"/>
          </a:xfrm>
          <a:prstGeom prst="rect">
            <a:avLst/>
          </a:prstGeom>
          <a:noFill/>
          <a:ln w="0">
            <a:noFill/>
          </a:ln>
        </p:spPr>
        <p:style>
          <a:lnRef idx="0"/>
          <a:fillRef idx="0"/>
          <a:effectRef idx="0"/>
          <a:fontRef idx="minor"/>
        </p:style>
        <p:txBody>
          <a:bodyPr lIns="0" rIns="0" tIns="129600" bIns="0" anchor="t">
            <a:spAutoFit/>
          </a:bodyPr>
          <a:p>
            <a:pPr defTabSz="914400">
              <a:lnSpc>
                <a:spcPct val="100000"/>
              </a:lnSpc>
            </a:pPr>
            <a:endParaRPr b="0" lang="en-IN" sz="2000" spc="-1" strike="noStrike">
              <a:solidFill>
                <a:srgbClr val="000000"/>
              </a:solidFill>
              <a:latin typeface="Arial"/>
            </a:endParaRPr>
          </a:p>
          <a:p>
            <a:pPr marL="12600" defTabSz="914400">
              <a:lnSpc>
                <a:spcPct val="100000"/>
              </a:lnSpc>
              <a:spcBef>
                <a:spcPts val="1020"/>
              </a:spcBef>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4430520" y="871920"/>
            <a:ext cx="3330720" cy="727920"/>
          </a:xfrm>
          <a:prstGeom prst="rect">
            <a:avLst/>
          </a:prstGeom>
          <a:noFill/>
          <a:ln w="0">
            <a:noFill/>
          </a:ln>
        </p:spPr>
        <p:txBody>
          <a:bodyPr lIns="0" rIns="0" tIns="12600" bIns="0" anchor="t">
            <a:noAutofit/>
          </a:bodyPr>
          <a:p>
            <a:pPr marL="12600" indent="0" algn="ctr" defTabSz="914400">
              <a:lnSpc>
                <a:spcPct val="100000"/>
              </a:lnSpc>
              <a:spcBef>
                <a:spcPts val="99"/>
              </a:spcBef>
              <a:buNone/>
              <a:tabLst>
                <a:tab algn="l" pos="0"/>
              </a:tabLst>
            </a:pPr>
            <a:r>
              <a:rPr b="0" lang="en-US" sz="4400" spc="-7" strike="noStrike">
                <a:solidFill>
                  <a:schemeClr val="dk1"/>
                </a:solidFill>
                <a:latin typeface="Times New Roman"/>
              </a:rPr>
              <a:t>A</a:t>
            </a:r>
            <a:r>
              <a:rPr b="0" lang="en-GB" sz="4400" spc="-7" strike="noStrike">
                <a:solidFill>
                  <a:schemeClr val="dk1"/>
                </a:solidFill>
                <a:latin typeface="Times New Roman"/>
              </a:rPr>
              <a:t>BSTRACT</a:t>
            </a:r>
            <a:endParaRPr b="0" lang="en-US" sz="4400" spc="-1" strike="noStrike">
              <a:solidFill>
                <a:schemeClr val="dk1"/>
              </a:solidFill>
              <a:latin typeface="Calibri"/>
            </a:endParaRPr>
          </a:p>
        </p:txBody>
      </p:sp>
      <p:sp>
        <p:nvSpPr>
          <p:cNvPr id="45" name="object 3"/>
          <p:cNvSpPr/>
          <p:nvPr/>
        </p:nvSpPr>
        <p:spPr>
          <a:xfrm>
            <a:off x="1701000" y="2769480"/>
            <a:ext cx="8789400" cy="2972880"/>
          </a:xfrm>
          <a:prstGeom prst="rect">
            <a:avLst/>
          </a:prstGeom>
          <a:noFill/>
          <a:ln w="0">
            <a:noFill/>
          </a:ln>
        </p:spPr>
        <p:style>
          <a:lnRef idx="0"/>
          <a:fillRef idx="0"/>
          <a:effectRef idx="0"/>
          <a:fontRef idx="minor"/>
        </p:style>
        <p:txBody>
          <a:bodyPr lIns="0" rIns="0" tIns="47160" bIns="0" anchor="t">
            <a:spAutoFit/>
          </a:bodyPr>
          <a:p>
            <a:pPr algn="just" defTabSz="914400">
              <a:lnSpc>
                <a:spcPct val="100000"/>
              </a:lnSpc>
            </a:pPr>
            <a:r>
              <a:rPr b="0" lang="en-IN" sz="2400" spc="-7" strike="noStrike">
                <a:solidFill>
                  <a:schemeClr val="dk1"/>
                </a:solidFill>
                <a:latin typeface="Times New Roman"/>
              </a:rPr>
              <a:t> </a:t>
            </a:r>
            <a:r>
              <a:rPr b="0" lang="en-GB" sz="2400" spc="-1" strike="noStrike">
                <a:solidFill>
                  <a:schemeClr val="dk1"/>
                </a:solidFill>
                <a:latin typeface="Times New Roman"/>
              </a:rPr>
              <a:t>The demand for easily accessible online platforms for renting properties is growing rapidly. This abstract outlines the development of a </a:t>
            </a:r>
            <a:r>
              <a:rPr b="1" lang="en-GB" sz="2400" spc="-1" strike="noStrike">
                <a:solidFill>
                  <a:schemeClr val="dk1"/>
                </a:solidFill>
                <a:latin typeface="Times New Roman"/>
              </a:rPr>
              <a:t>House Rent Application</a:t>
            </a:r>
            <a:r>
              <a:rPr b="0" lang="en-GB" sz="2400" spc="-1" strike="noStrike">
                <a:solidFill>
                  <a:schemeClr val="dk1"/>
                </a:solidFill>
                <a:latin typeface="Times New Roman"/>
              </a:rPr>
              <a:t> using the MERN stack (MongoDB, Express.js, React, and Node.js). The platform will facilitate seamless communication between landlords and tenants, allowing users to browse, list, and rent properties with an efficient and user-friendly interface.</a:t>
            </a:r>
            <a:endParaRPr b="0" lang="en-IN" sz="2400" spc="-1" strike="noStrike">
              <a:solidFill>
                <a:srgbClr val="000000"/>
              </a:solidFill>
              <a:latin typeface="Arial"/>
            </a:endParaRPr>
          </a:p>
          <a:p>
            <a:pPr algn="just" defTabSz="914400">
              <a:lnSpc>
                <a:spcPct val="100000"/>
              </a:lnSpc>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3657600" y="279360"/>
            <a:ext cx="4876200" cy="68544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0" lang="en-US" sz="4400" spc="-1" strike="noStrike">
                <a:solidFill>
                  <a:schemeClr val="dk1"/>
                </a:solidFill>
                <a:latin typeface="Times New Roman"/>
              </a:rPr>
              <a:t>I</a:t>
            </a:r>
            <a:r>
              <a:rPr b="0" lang="en-GB" sz="4400" spc="-1" strike="noStrike">
                <a:solidFill>
                  <a:schemeClr val="dk1"/>
                </a:solidFill>
                <a:latin typeface="Times New Roman"/>
              </a:rPr>
              <a:t>NTRODUCTION</a:t>
            </a:r>
            <a:endParaRPr b="0" lang="en-US" sz="4400" spc="-1" strike="noStrike">
              <a:solidFill>
                <a:schemeClr val="dk1"/>
              </a:solidFill>
              <a:latin typeface="Calibri"/>
            </a:endParaRPr>
          </a:p>
        </p:txBody>
      </p:sp>
      <p:sp>
        <p:nvSpPr>
          <p:cNvPr id="47" name="object 3"/>
          <p:cNvSpPr/>
          <p:nvPr/>
        </p:nvSpPr>
        <p:spPr>
          <a:xfrm>
            <a:off x="678960" y="1330560"/>
            <a:ext cx="10833840" cy="5196960"/>
          </a:xfrm>
          <a:prstGeom prst="rect">
            <a:avLst/>
          </a:prstGeom>
          <a:noFill/>
          <a:ln w="0">
            <a:noFill/>
          </a:ln>
        </p:spPr>
        <p:style>
          <a:lnRef idx="0"/>
          <a:fillRef idx="0"/>
          <a:effectRef idx="0"/>
          <a:fontRef idx="minor"/>
        </p:style>
        <p:txBody>
          <a:bodyPr lIns="0" rIns="0" tIns="76680" bIns="0" anchor="t">
            <a:spAutoFit/>
          </a:bodyPr>
          <a:p>
            <a:pPr defTabSz="914400">
              <a:lnSpc>
                <a:spcPct val="100000"/>
              </a:lnSpc>
            </a:pPr>
            <a:r>
              <a:rPr b="0" lang="en-GB" sz="2400" spc="-1" strike="noStrike">
                <a:solidFill>
                  <a:schemeClr val="dk1"/>
                </a:solidFill>
                <a:latin typeface="Times New Roman"/>
              </a:rPr>
              <a:t>Building a house rent app using the </a:t>
            </a:r>
            <a:r>
              <a:rPr b="1" lang="en-GB" sz="2400" spc="-1" strike="noStrike">
                <a:solidFill>
                  <a:schemeClr val="dk1"/>
                </a:solidFill>
                <a:latin typeface="Times New Roman"/>
              </a:rPr>
              <a:t>MERN</a:t>
            </a:r>
            <a:r>
              <a:rPr b="0" lang="en-GB" sz="2400" spc="-1" strike="noStrike">
                <a:solidFill>
                  <a:schemeClr val="dk1"/>
                </a:solidFill>
                <a:latin typeface="Times New Roman"/>
              </a:rPr>
              <a:t> stack leverages the advantages of full-stack JavaScript development, making the app scalable, fast, and dynamic. </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a:p>
            <a:pPr indent="-216000" defTabSz="914400">
              <a:lnSpc>
                <a:spcPct val="100000"/>
              </a:lnSpc>
              <a:buClr>
                <a:srgbClr val="000000"/>
              </a:buClr>
              <a:buFont typeface="Calibri"/>
              <a:buAutoNum type="arabicPeriod"/>
            </a:pPr>
            <a:r>
              <a:rPr b="1" lang="en-GB" sz="2400" spc="-1" strike="noStrike">
                <a:solidFill>
                  <a:schemeClr val="dk1"/>
                </a:solidFill>
                <a:latin typeface="Times New Roman"/>
              </a:rPr>
              <a:t>MongoDB</a:t>
            </a:r>
            <a:r>
              <a:rPr b="0" lang="en-GB" sz="2400" spc="-1" strike="noStrike">
                <a:solidFill>
                  <a:schemeClr val="dk1"/>
                </a:solidFill>
                <a:latin typeface="Times New Roman"/>
              </a:rPr>
              <a:t>: A NoSQL database used for storing property data, user profiles, bookings, and other dynamic data.</a:t>
            </a:r>
            <a:endParaRPr b="0" lang="en-IN" sz="2400" spc="-1" strike="noStrike">
              <a:solidFill>
                <a:srgbClr val="000000"/>
              </a:solidFill>
              <a:latin typeface="Arial"/>
            </a:endParaRPr>
          </a:p>
          <a:p>
            <a:pPr indent="-216000" defTabSz="914400">
              <a:lnSpc>
                <a:spcPct val="100000"/>
              </a:lnSpc>
              <a:buClr>
                <a:srgbClr val="000000"/>
              </a:buClr>
              <a:buFont typeface="Calibri"/>
              <a:buAutoNum type="arabicPeriod"/>
            </a:pPr>
            <a:r>
              <a:rPr b="1" lang="en-GB" sz="2400" spc="-1" strike="noStrike">
                <a:solidFill>
                  <a:schemeClr val="dk1"/>
                </a:solidFill>
                <a:latin typeface="Times New Roman"/>
              </a:rPr>
              <a:t>Express.js</a:t>
            </a:r>
            <a:r>
              <a:rPr b="0" lang="en-GB" sz="2400" spc="-1" strike="noStrike">
                <a:solidFill>
                  <a:schemeClr val="dk1"/>
                </a:solidFill>
                <a:latin typeface="Times New Roman"/>
              </a:rPr>
              <a:t>: A backend framework that manages HTTP requests, user authentication, and database operations. It provides APIs for CRUD (Create, Read, Update, Delete) operations on properties, users, and payments.</a:t>
            </a:r>
            <a:endParaRPr b="0" lang="en-IN" sz="2400" spc="-1" strike="noStrike">
              <a:solidFill>
                <a:srgbClr val="000000"/>
              </a:solidFill>
              <a:latin typeface="Arial"/>
            </a:endParaRPr>
          </a:p>
          <a:p>
            <a:pPr indent="-216000" defTabSz="914400">
              <a:lnSpc>
                <a:spcPct val="100000"/>
              </a:lnSpc>
              <a:buClr>
                <a:srgbClr val="000000"/>
              </a:buClr>
              <a:buFont typeface="Calibri"/>
              <a:buAutoNum type="arabicPeriod"/>
            </a:pPr>
            <a:r>
              <a:rPr b="1" lang="en-GB" sz="2400" spc="-1" strike="noStrike">
                <a:solidFill>
                  <a:schemeClr val="dk1"/>
                </a:solidFill>
                <a:latin typeface="Times New Roman"/>
              </a:rPr>
              <a:t>React.js</a:t>
            </a:r>
            <a:r>
              <a:rPr b="0" lang="en-GB" sz="2400" spc="-1" strike="noStrike">
                <a:solidFill>
                  <a:schemeClr val="dk1"/>
                </a:solidFill>
                <a:latin typeface="Times New Roman"/>
              </a:rPr>
              <a:t>: The frontend JavaScript library that provides a responsive and dynamic user interface (UI). Users can browse properties, filter results, and interact with the platform seamlessly.</a:t>
            </a:r>
            <a:endParaRPr b="0" lang="en-IN" sz="2400" spc="-1" strike="noStrike">
              <a:solidFill>
                <a:srgbClr val="000000"/>
              </a:solidFill>
              <a:latin typeface="Arial"/>
            </a:endParaRPr>
          </a:p>
          <a:p>
            <a:pPr indent="-216000" defTabSz="914400">
              <a:lnSpc>
                <a:spcPct val="100000"/>
              </a:lnSpc>
              <a:buClr>
                <a:srgbClr val="000000"/>
              </a:buClr>
              <a:buFont typeface="Calibri"/>
              <a:buAutoNum type="arabicPeriod"/>
            </a:pPr>
            <a:r>
              <a:rPr b="1" lang="en-GB" sz="2400" spc="-1" strike="noStrike">
                <a:solidFill>
                  <a:schemeClr val="dk1"/>
                </a:solidFill>
                <a:latin typeface="Times New Roman"/>
              </a:rPr>
              <a:t>Node.js</a:t>
            </a:r>
            <a:r>
              <a:rPr b="0" lang="en-GB" sz="2400" spc="-1" strike="noStrike">
                <a:solidFill>
                  <a:schemeClr val="dk1"/>
                </a:solidFill>
                <a:latin typeface="Times New Roman"/>
              </a:rPr>
              <a:t>: The runtime environment for executing JavaScript code server-side. It handles backend logic, routes, and real-time data management.</a:t>
            </a:r>
            <a:endParaRPr b="0" lang="en-IN" sz="2400" spc="-1" strike="noStrike">
              <a:solidFill>
                <a:srgbClr val="000000"/>
              </a:solidFill>
              <a:latin typeface="Arial"/>
            </a:endParaRPr>
          </a:p>
          <a:p>
            <a:pPr defTabSz="914400">
              <a:lnSpc>
                <a:spcPct val="100000"/>
              </a:lnSpc>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3286080" y="235440"/>
            <a:ext cx="5619240" cy="685080"/>
          </a:xfrm>
          <a:prstGeom prst="rect">
            <a:avLst/>
          </a:prstGeom>
          <a:noFill/>
          <a:ln w="0">
            <a:noFill/>
          </a:ln>
        </p:spPr>
        <p:txBody>
          <a:bodyPr lIns="0" rIns="0" tIns="12600" bIns="0" anchor="t">
            <a:noAutofit/>
          </a:bodyPr>
          <a:p>
            <a:pPr marL="12600" indent="0" defTabSz="914400">
              <a:lnSpc>
                <a:spcPct val="100000"/>
              </a:lnSpc>
              <a:spcBef>
                <a:spcPts val="99"/>
              </a:spcBef>
              <a:buNone/>
              <a:tabLst>
                <a:tab algn="l" pos="0"/>
              </a:tabLst>
            </a:pPr>
            <a:r>
              <a:rPr b="0" lang="en-IN" sz="4400" spc="-7" strike="noStrike">
                <a:solidFill>
                  <a:schemeClr val="dk1"/>
                </a:solidFill>
                <a:latin typeface="Times New Roman"/>
              </a:rPr>
              <a:t>PROPOSED SYSTEM</a:t>
            </a:r>
            <a:endParaRPr b="0" lang="en-US" sz="4400" spc="-1" strike="noStrike">
              <a:solidFill>
                <a:schemeClr val="dk1"/>
              </a:solidFill>
              <a:latin typeface="Calibri"/>
            </a:endParaRPr>
          </a:p>
        </p:txBody>
      </p:sp>
      <p:sp>
        <p:nvSpPr>
          <p:cNvPr id="49" name="object 3"/>
          <p:cNvSpPr/>
          <p:nvPr/>
        </p:nvSpPr>
        <p:spPr>
          <a:xfrm>
            <a:off x="685800" y="1812960"/>
            <a:ext cx="10895760" cy="357840"/>
          </a:xfrm>
          <a:prstGeom prst="rect">
            <a:avLst/>
          </a:prstGeom>
          <a:noFill/>
          <a:ln w="0">
            <a:noFill/>
          </a:ln>
        </p:spPr>
        <p:style>
          <a:lnRef idx="0"/>
          <a:fillRef idx="0"/>
          <a:effectRef idx="0"/>
          <a:fontRef idx="minor"/>
        </p:style>
        <p:txBody>
          <a:bodyPr lIns="0" rIns="0" tIns="50040" bIns="0" anchor="t">
            <a:spAutoFit/>
          </a:bodyPr>
          <a:p>
            <a:pPr algn="just" defTabSz="914400">
              <a:lnSpc>
                <a:spcPts val="2381"/>
              </a:lnSpc>
              <a:spcBef>
                <a:spcPts val="394"/>
              </a:spcBef>
            </a:pPr>
            <a:endParaRPr b="0" lang="en-IN" sz="2200" spc="-1" strike="noStrike">
              <a:solidFill>
                <a:schemeClr val="dk1"/>
              </a:solidFill>
              <a:latin typeface="Times New Roman"/>
            </a:endParaRPr>
          </a:p>
        </p:txBody>
      </p:sp>
      <p:sp>
        <p:nvSpPr>
          <p:cNvPr id="50" name="Text 0"/>
          <p:cNvSpPr/>
          <p:nvPr/>
        </p:nvSpPr>
        <p:spPr>
          <a:xfrm>
            <a:off x="1512720" y="920880"/>
            <a:ext cx="7773840" cy="669240"/>
          </a:xfrm>
          <a:prstGeom prst="rect">
            <a:avLst/>
          </a:prstGeom>
          <a:noFill/>
          <a:ln w="0">
            <a:noFill/>
          </a:ln>
        </p:spPr>
        <p:style>
          <a:lnRef idx="0"/>
          <a:fillRef idx="0"/>
          <a:effectRef idx="0"/>
          <a:fontRef idx="minor"/>
        </p:style>
        <p:txBody>
          <a:bodyPr lIns="0" rIns="0" tIns="0" bIns="0" anchor="t">
            <a:noAutofit/>
          </a:bodyPr>
          <a:p>
            <a:pPr defTabSz="914400">
              <a:lnSpc>
                <a:spcPts val="5051"/>
              </a:lnSpc>
              <a:tabLst>
                <a:tab algn="l" pos="0"/>
              </a:tabLst>
            </a:pPr>
            <a:endParaRPr b="0" lang="en-US" sz="2000" spc="-1" strike="noStrike">
              <a:solidFill>
                <a:schemeClr val="dk1"/>
              </a:solidFill>
              <a:latin typeface="Calibri"/>
            </a:endParaRPr>
          </a:p>
        </p:txBody>
      </p:sp>
      <p:sp>
        <p:nvSpPr>
          <p:cNvPr id="51" name="Rectangle 30"/>
          <p:cNvSpPr/>
          <p:nvPr/>
        </p:nvSpPr>
        <p:spPr>
          <a:xfrm flipV="1">
            <a:off x="8552520" y="7206120"/>
            <a:ext cx="1567080" cy="147960"/>
          </a:xfrm>
          <a:prstGeom prst="rect">
            <a:avLst/>
          </a:prstGeom>
          <a:solidFill>
            <a:schemeClr val="bg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IN" sz="1800" spc="-1" strike="noStrike">
              <a:solidFill>
                <a:schemeClr val="lt1"/>
              </a:solidFill>
              <a:latin typeface="Calibri"/>
            </a:endParaRPr>
          </a:p>
        </p:txBody>
      </p:sp>
      <p:sp>
        <p:nvSpPr>
          <p:cNvPr id="52" name="TextBox 34"/>
          <p:cNvSpPr/>
          <p:nvPr/>
        </p:nvSpPr>
        <p:spPr>
          <a:xfrm>
            <a:off x="425880" y="1255680"/>
            <a:ext cx="11339640" cy="5210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GB" sz="2400" spc="-1" strike="noStrike">
                <a:solidFill>
                  <a:schemeClr val="dk1"/>
                </a:solidFill>
                <a:latin typeface="Times New Roman"/>
              </a:rPr>
              <a:t>a) User Registration and Login</a:t>
            </a:r>
            <a:endParaRPr b="0" lang="en-IN" sz="2400" spc="-1" strike="noStrike">
              <a:solidFill>
                <a:srgbClr val="000000"/>
              </a:solidFill>
              <a:latin typeface="Arial"/>
            </a:endParaRPr>
          </a:p>
          <a:p>
            <a:pPr indent="-216000" defTabSz="914400">
              <a:lnSpc>
                <a:spcPct val="100000"/>
              </a:lnSpc>
              <a:buClr>
                <a:srgbClr val="000000"/>
              </a:buClr>
              <a:buFont typeface="Arial"/>
              <a:buChar char="•"/>
            </a:pPr>
            <a:r>
              <a:rPr b="0" lang="en-GB" sz="2400" spc="-1" strike="noStrike">
                <a:solidFill>
                  <a:schemeClr val="dk1"/>
                </a:solidFill>
                <a:latin typeface="Times New Roman"/>
              </a:rPr>
              <a:t>New users (landlords or tenants) can register using an email/password or third-party OAuth providers (e.g., Google). Upon registration, the system assigns roles and allows access based on the user type.</a:t>
            </a:r>
            <a:endParaRPr b="0" lang="en-IN" sz="2400" spc="-1" strike="noStrike">
              <a:solidFill>
                <a:srgbClr val="000000"/>
              </a:solidFill>
              <a:latin typeface="Arial"/>
            </a:endParaRPr>
          </a:p>
          <a:p>
            <a:pPr defTabSz="914400">
              <a:lnSpc>
                <a:spcPct val="100000"/>
              </a:lnSpc>
            </a:pPr>
            <a:r>
              <a:rPr b="1" lang="en-GB" sz="2400" spc="-1" strike="noStrike">
                <a:solidFill>
                  <a:schemeClr val="dk1"/>
                </a:solidFill>
                <a:latin typeface="Times New Roman"/>
              </a:rPr>
              <a:t>b) Listing a Property (Landlord)</a:t>
            </a:r>
            <a:endParaRPr b="0" lang="en-IN" sz="2400" spc="-1" strike="noStrike">
              <a:solidFill>
                <a:srgbClr val="000000"/>
              </a:solidFill>
              <a:latin typeface="Arial"/>
            </a:endParaRPr>
          </a:p>
          <a:p>
            <a:pPr indent="-216000" defTabSz="914400">
              <a:lnSpc>
                <a:spcPct val="100000"/>
              </a:lnSpc>
              <a:buClr>
                <a:srgbClr val="000000"/>
              </a:buClr>
              <a:buFont typeface="Arial"/>
              <a:buChar char="•"/>
            </a:pPr>
            <a:r>
              <a:rPr b="0" lang="en-GB" sz="2400" spc="-1" strike="noStrike">
                <a:solidFill>
                  <a:schemeClr val="dk1"/>
                </a:solidFill>
                <a:latin typeface="Times New Roman"/>
              </a:rPr>
              <a:t>A landlord logs in, navigates to the “List a Property” page, fills out details and submits the listing for approval. The admin verifies the listing and makes it publicly available.</a:t>
            </a:r>
            <a:endParaRPr b="0" lang="en-IN" sz="2400" spc="-1" strike="noStrike">
              <a:solidFill>
                <a:srgbClr val="000000"/>
              </a:solidFill>
              <a:latin typeface="Arial"/>
            </a:endParaRPr>
          </a:p>
          <a:p>
            <a:pPr defTabSz="914400">
              <a:lnSpc>
                <a:spcPct val="100000"/>
              </a:lnSpc>
            </a:pPr>
            <a:r>
              <a:rPr b="1" lang="en-GB" sz="2400" spc="-1" strike="noStrike">
                <a:solidFill>
                  <a:schemeClr val="dk1"/>
                </a:solidFill>
                <a:latin typeface="Times New Roman"/>
              </a:rPr>
              <a:t>c) Searching and Renting (Tenant)</a:t>
            </a:r>
            <a:endParaRPr b="0" lang="en-IN" sz="2400" spc="-1" strike="noStrike">
              <a:solidFill>
                <a:srgbClr val="000000"/>
              </a:solidFill>
              <a:latin typeface="Arial"/>
            </a:endParaRPr>
          </a:p>
          <a:p>
            <a:pPr indent="-216000" defTabSz="914400">
              <a:lnSpc>
                <a:spcPct val="100000"/>
              </a:lnSpc>
              <a:buClr>
                <a:srgbClr val="000000"/>
              </a:buClr>
              <a:buFont typeface="Arial"/>
              <a:buChar char="•"/>
            </a:pPr>
            <a:r>
              <a:rPr b="0" lang="en-GB" sz="2400" spc="-1" strike="noStrike">
                <a:solidFill>
                  <a:schemeClr val="dk1"/>
                </a:solidFill>
                <a:latin typeface="Times New Roman"/>
              </a:rPr>
              <a:t>Tenants browse or search for available properties using filters. Upon finding a property, the tenant can contact the landlord and proceed to book the property, including making a payment via the integrated payment system.</a:t>
            </a:r>
            <a:endParaRPr b="0" lang="en-IN" sz="2400" spc="-1" strike="noStrike">
              <a:solidFill>
                <a:srgbClr val="000000"/>
              </a:solidFill>
              <a:latin typeface="Arial"/>
            </a:endParaRPr>
          </a:p>
          <a:p>
            <a:pPr defTabSz="914400">
              <a:lnSpc>
                <a:spcPct val="100000"/>
              </a:lnSpc>
            </a:pPr>
            <a:r>
              <a:rPr b="1" lang="en-GB" sz="2400" spc="-1" strike="noStrike">
                <a:solidFill>
                  <a:schemeClr val="dk1"/>
                </a:solidFill>
                <a:latin typeface="Times New Roman"/>
              </a:rPr>
              <a:t>d) Payment and Notifications</a:t>
            </a:r>
            <a:endParaRPr b="0" lang="en-IN" sz="2400" spc="-1" strike="noStrike">
              <a:solidFill>
                <a:srgbClr val="000000"/>
              </a:solidFill>
              <a:latin typeface="Arial"/>
            </a:endParaRPr>
          </a:p>
          <a:p>
            <a:pPr indent="-216000" defTabSz="914400">
              <a:lnSpc>
                <a:spcPct val="100000"/>
              </a:lnSpc>
              <a:buClr>
                <a:srgbClr val="000000"/>
              </a:buClr>
              <a:buFont typeface="Arial"/>
              <a:buChar char="•"/>
            </a:pPr>
            <a:r>
              <a:rPr b="0" lang="en-GB" sz="2400" spc="-1" strike="noStrike">
                <a:solidFill>
                  <a:schemeClr val="dk1"/>
                </a:solidFill>
                <a:latin typeface="Times New Roman"/>
              </a:rPr>
              <a:t>After payment, the system sends notifications to both tenant and landlord, confirming the transaction. Regular reminders (e.g., upcoming rent due) can be sent to tenants.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2269080" y="601560"/>
            <a:ext cx="7653600" cy="1218960"/>
          </a:xfrm>
          <a:prstGeom prst="rect">
            <a:avLst/>
          </a:prstGeom>
          <a:noFill/>
          <a:ln w="0">
            <a:noFill/>
          </a:ln>
        </p:spPr>
        <p:txBody>
          <a:bodyPr lIns="0" rIns="0" tIns="0" bIns="0" anchor="ctr">
            <a:noAutofit/>
          </a:bodyPr>
          <a:p>
            <a:pPr indent="0" algn="ctr" defTabSz="914400">
              <a:lnSpc>
                <a:spcPct val="90000"/>
              </a:lnSpc>
              <a:buNone/>
              <a:tabLst>
                <a:tab algn="l" pos="0"/>
              </a:tabLst>
            </a:pPr>
            <a:r>
              <a:rPr b="0" lang="en-US" sz="4400" spc="-1" strike="noStrike">
                <a:solidFill>
                  <a:schemeClr val="dk1"/>
                </a:solidFill>
                <a:latin typeface="Times New Roman"/>
              </a:rPr>
              <a:t>ARCHITECTURE</a:t>
            </a:r>
            <a:r>
              <a:rPr b="1" lang="en-US" sz="4400" spc="-1" strike="noStrike">
                <a:solidFill>
                  <a:schemeClr val="dk1"/>
                </a:solidFill>
                <a:latin typeface="Times New Roman"/>
              </a:rPr>
              <a:t> </a:t>
            </a:r>
            <a:r>
              <a:rPr b="0" lang="en-US" sz="4400" spc="-1" strike="noStrike">
                <a:solidFill>
                  <a:schemeClr val="dk1"/>
                </a:solidFill>
                <a:latin typeface="Times New Roman"/>
              </a:rPr>
              <a:t>DIAGRAM</a:t>
            </a:r>
            <a:endParaRPr b="0" lang="en-US" sz="4400" spc="-1" strike="noStrike">
              <a:solidFill>
                <a:schemeClr val="dk1"/>
              </a:solidFill>
              <a:latin typeface="Calibri"/>
            </a:endParaRPr>
          </a:p>
        </p:txBody>
      </p:sp>
      <p:pic>
        <p:nvPicPr>
          <p:cNvPr id="54" name="Picture 4" descr=""/>
          <p:cNvPicPr/>
          <p:nvPr/>
        </p:nvPicPr>
        <p:blipFill>
          <a:blip r:embed="rId1"/>
          <a:stretch/>
        </p:blipFill>
        <p:spPr>
          <a:xfrm>
            <a:off x="683640" y="2439360"/>
            <a:ext cx="10824120" cy="36381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55" name="Text 0"/>
          <p:cNvSpPr/>
          <p:nvPr/>
        </p:nvSpPr>
        <p:spPr>
          <a:xfrm>
            <a:off x="2426040" y="920160"/>
            <a:ext cx="7339680" cy="532800"/>
          </a:xfrm>
          <a:prstGeom prst="rect">
            <a:avLst/>
          </a:prstGeom>
          <a:noFill/>
          <a:ln w="0">
            <a:noFill/>
          </a:ln>
        </p:spPr>
        <p:style>
          <a:lnRef idx="0"/>
          <a:fillRef idx="0"/>
          <a:effectRef idx="0"/>
          <a:fontRef idx="minor"/>
        </p:style>
        <p:txBody>
          <a:bodyPr wrap="none" lIns="0" rIns="0" tIns="0" bIns="0" anchor="t">
            <a:noAutofit/>
          </a:bodyPr>
          <a:p>
            <a:pPr defTabSz="914400">
              <a:lnSpc>
                <a:spcPct val="100000"/>
              </a:lnSpc>
              <a:tabLst>
                <a:tab algn="l" pos="0"/>
              </a:tabLst>
            </a:pPr>
            <a:r>
              <a:rPr b="0" lang="en-US" sz="4100" spc="-1" strike="noStrike">
                <a:solidFill>
                  <a:srgbClr val="201b18"/>
                </a:solidFill>
                <a:latin typeface="Times New Roman"/>
                <a:ea typeface="Platypi Medium"/>
              </a:rPr>
              <a:t>FRONT END SERVICES</a:t>
            </a:r>
            <a:r>
              <a:rPr b="0" lang="en-US" sz="4100" spc="-1" strike="noStrike">
                <a:solidFill>
                  <a:srgbClr val="201b18"/>
                </a:solidFill>
                <a:latin typeface="Platypi Medium"/>
                <a:ea typeface="Platypi Medium"/>
              </a:rPr>
              <a:t>:</a:t>
            </a:r>
            <a:r>
              <a:rPr b="0" lang="en-GB" sz="4000" spc="-1" strike="noStrike">
                <a:solidFill>
                  <a:schemeClr val="dk1"/>
                </a:solidFill>
                <a:latin typeface="Times New Roman"/>
                <a:ea typeface="Platypi Medium"/>
              </a:rPr>
              <a:t>UI/UX</a:t>
            </a:r>
            <a:r>
              <a:rPr b="0" lang="en-US" sz="4100" spc="-1" strike="noStrike">
                <a:solidFill>
                  <a:srgbClr val="201b18"/>
                </a:solidFill>
                <a:latin typeface="Platypi Medium"/>
                <a:ea typeface="Platypi Medium"/>
              </a:rPr>
              <a:t> </a:t>
            </a:r>
            <a:endParaRPr b="0" lang="en-IN" sz="4100" spc="-1" strike="noStrike">
              <a:solidFill>
                <a:srgbClr val="000000"/>
              </a:solidFill>
              <a:latin typeface="Arial"/>
            </a:endParaRPr>
          </a:p>
        </p:txBody>
      </p:sp>
      <p:sp>
        <p:nvSpPr>
          <p:cNvPr id="56" name="Text 3"/>
          <p:cNvSpPr/>
          <p:nvPr/>
        </p:nvSpPr>
        <p:spPr>
          <a:xfrm>
            <a:off x="2362320" y="1905120"/>
            <a:ext cx="2834640" cy="353520"/>
          </a:xfrm>
          <a:prstGeom prst="rect">
            <a:avLst/>
          </a:prstGeom>
          <a:noFill/>
          <a:ln w="0">
            <a:noFill/>
          </a:ln>
        </p:spPr>
        <p:style>
          <a:lnRef idx="0"/>
          <a:fillRef idx="0"/>
          <a:effectRef idx="0"/>
          <a:fontRef idx="minor"/>
        </p:style>
        <p:txBody>
          <a:bodyPr wrap="none" lIns="0" rIns="0" tIns="0" bIns="0" anchor="t">
            <a:noAutofit/>
          </a:bodyPr>
          <a:p>
            <a:pPr defTabSz="914400">
              <a:lnSpc>
                <a:spcPct val="100000"/>
              </a:lnSpc>
              <a:tabLst>
                <a:tab algn="l" pos="0"/>
              </a:tabLst>
            </a:pPr>
            <a:endParaRPr b="0" lang="en-IN" sz="2200" spc="-1" strike="noStrike">
              <a:solidFill>
                <a:srgbClr val="000000"/>
              </a:solidFill>
              <a:latin typeface="Arial"/>
            </a:endParaRPr>
          </a:p>
        </p:txBody>
      </p:sp>
      <p:sp>
        <p:nvSpPr>
          <p:cNvPr id="57" name="Text 4"/>
          <p:cNvSpPr/>
          <p:nvPr/>
        </p:nvSpPr>
        <p:spPr>
          <a:xfrm>
            <a:off x="1198080" y="3202200"/>
            <a:ext cx="9795600" cy="27936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buClr>
                <a:srgbClr val="000000"/>
              </a:buClr>
              <a:buFont typeface="Arial"/>
              <a:buChar char="•"/>
              <a:tabLst>
                <a:tab algn="l" pos="0"/>
              </a:tabLst>
            </a:pPr>
            <a:r>
              <a:rPr b="0" lang="en-US" sz="2400" spc="-1" strike="noStrike">
                <a:solidFill>
                  <a:srgbClr val="000000"/>
                </a:solidFill>
                <a:latin typeface="Times New Roman"/>
                <a:ea typeface="Gelasio Semi Bold"/>
              </a:rPr>
              <a:t>User Interface</a:t>
            </a:r>
            <a:r>
              <a:rPr b="0" lang="en-US" sz="2400" spc="-1" strike="noStrike">
                <a:solidFill>
                  <a:srgbClr val="000000"/>
                </a:solidFill>
                <a:latin typeface="Times New Roman"/>
                <a:ea typeface="Gelasio"/>
              </a:rPr>
              <a:t>: React.js powers a dynamic and interactive user interface for seamless navigation and interaction.</a:t>
            </a:r>
            <a:endParaRPr b="0" lang="en-IN" sz="2400" spc="-1" strike="noStrike">
              <a:solidFill>
                <a:srgbClr val="000000"/>
              </a:solidFill>
              <a:latin typeface="Arial"/>
            </a:endParaRPr>
          </a:p>
          <a:p>
            <a:pPr marL="343080" indent="-343080" defTabSz="914400">
              <a:lnSpc>
                <a:spcPct val="100000"/>
              </a:lnSpc>
              <a:buClr>
                <a:srgbClr val="000000"/>
              </a:buClr>
              <a:buFont typeface="Arial"/>
              <a:buChar char="•"/>
              <a:tabLst>
                <a:tab algn="l" pos="0"/>
              </a:tabLst>
            </a:pPr>
            <a:r>
              <a:rPr b="0" lang="en-US" sz="2400" spc="-1" strike="noStrike">
                <a:solidFill>
                  <a:srgbClr val="000000"/>
                </a:solidFill>
                <a:latin typeface="Times New Roman"/>
                <a:ea typeface="Gelasio Semi Bold"/>
              </a:rPr>
              <a:t>Property Display</a:t>
            </a:r>
            <a:r>
              <a:rPr b="0" lang="en-US" sz="2400" spc="-1" strike="noStrike">
                <a:solidFill>
                  <a:srgbClr val="000000"/>
                </a:solidFill>
                <a:latin typeface="Times New Roman"/>
                <a:ea typeface="Gelasio"/>
              </a:rPr>
              <a:t>: Detailed property information, images, and maps are rendered efficiently using React components.</a:t>
            </a:r>
            <a:endParaRPr b="0" lang="en-IN" sz="2400" spc="-1" strike="noStrike">
              <a:solidFill>
                <a:srgbClr val="000000"/>
              </a:solidFill>
              <a:latin typeface="Arial"/>
            </a:endParaRPr>
          </a:p>
          <a:p>
            <a:pPr marL="343080" indent="-343080" defTabSz="914400">
              <a:lnSpc>
                <a:spcPct val="100000"/>
              </a:lnSpc>
              <a:buClr>
                <a:srgbClr val="000000"/>
              </a:buClr>
              <a:buFont typeface="Arial"/>
              <a:buChar char="•"/>
              <a:tabLst>
                <a:tab algn="l" pos="0"/>
              </a:tabLst>
            </a:pPr>
            <a:r>
              <a:rPr b="0" lang="en-US" sz="2400" spc="-1" strike="noStrike">
                <a:solidFill>
                  <a:srgbClr val="000000"/>
                </a:solidFill>
                <a:latin typeface="Times New Roman"/>
                <a:ea typeface="Gelasio Semi Bold"/>
              </a:rPr>
              <a:t>Search Functionality</a:t>
            </a:r>
            <a:r>
              <a:rPr b="0" lang="en-US" sz="2400" spc="-1" strike="noStrike">
                <a:solidFill>
                  <a:srgbClr val="000000"/>
                </a:solidFill>
                <a:latin typeface="Times New Roman"/>
                <a:ea typeface="Gelasio"/>
              </a:rPr>
              <a:t>: Advanced search filters and sorting options are implemented with React's state management.</a:t>
            </a:r>
            <a:endParaRPr b="0" lang="en-IN" sz="2400" spc="-1" strike="noStrike">
              <a:solidFill>
                <a:srgbClr val="000000"/>
              </a:solidFill>
              <a:latin typeface="Arial"/>
            </a:endParaRPr>
          </a:p>
          <a:p>
            <a:pPr defTabSz="914400">
              <a:lnSpc>
                <a:spcPct val="100000"/>
              </a:lnSpc>
              <a:tabLst>
                <a:tab algn="l" pos="0"/>
              </a:tabLst>
            </a:pPr>
            <a:endParaRPr b="0" lang="en-IN" sz="2400" spc="-1" strike="noStrike">
              <a:solidFill>
                <a:srgbClr val="000000"/>
              </a:solidFill>
              <a:latin typeface="Arial"/>
            </a:endParaRPr>
          </a:p>
          <a:p>
            <a:pPr defTabSz="914400">
              <a:lnSpc>
                <a:spcPct val="100000"/>
              </a:lnSpc>
              <a:tabLst>
                <a:tab algn="l" pos="0"/>
              </a:tabLst>
            </a:pP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514800" y="651960"/>
            <a:ext cx="11161800" cy="643320"/>
          </a:xfrm>
          <a:prstGeom prst="rect">
            <a:avLst/>
          </a:prstGeom>
          <a:noFill/>
          <a:ln w="0">
            <a:noFill/>
          </a:ln>
        </p:spPr>
        <p:txBody>
          <a:bodyPr lIns="0" rIns="0" tIns="0" bIns="0" anchor="t">
            <a:noAutofit/>
          </a:bodyPr>
          <a:p>
            <a:pPr indent="0" defTabSz="914400">
              <a:lnSpc>
                <a:spcPct val="100000"/>
              </a:lnSpc>
              <a:buNone/>
            </a:pPr>
            <a:r>
              <a:rPr b="0" lang="en-GB" sz="4000" spc="-1" strike="noStrike">
                <a:solidFill>
                  <a:schemeClr val="dk1"/>
                </a:solidFill>
                <a:latin typeface="Times New Roman"/>
              </a:rPr>
              <a:t>BACKEND INTEGRATION</a:t>
            </a:r>
            <a:r>
              <a:rPr b="0" lang="en-GB" sz="4400" spc="-1" strike="noStrike">
                <a:solidFill>
                  <a:schemeClr val="dk1"/>
                </a:solidFill>
                <a:latin typeface="Times New Roman"/>
              </a:rPr>
              <a:t>: REACT &amp; NODE JS</a:t>
            </a:r>
            <a:br>
              <a:rPr sz="4400"/>
            </a:br>
            <a:endParaRPr b="0" lang="en-US" sz="4400" spc="-1" strike="noStrike">
              <a:solidFill>
                <a:schemeClr val="dk1"/>
              </a:solidFill>
              <a:latin typeface="Calibri"/>
            </a:endParaRPr>
          </a:p>
        </p:txBody>
      </p:sp>
      <p:sp>
        <p:nvSpPr>
          <p:cNvPr id="59" name="TextBox 1"/>
          <p:cNvSpPr/>
          <p:nvPr/>
        </p:nvSpPr>
        <p:spPr>
          <a:xfrm>
            <a:off x="443160" y="2255400"/>
            <a:ext cx="11305800" cy="3015720"/>
          </a:xfrm>
          <a:prstGeom prst="rect">
            <a:avLst/>
          </a:prstGeom>
          <a:noFill/>
          <a:ln w="0">
            <a:noFill/>
          </a:ln>
        </p:spPr>
        <p:style>
          <a:lnRef idx="0"/>
          <a:fillRef idx="0"/>
          <a:effectRef idx="0"/>
          <a:fontRef idx="minor"/>
        </p:style>
        <p:txBody>
          <a:bodyPr lIns="90000" rIns="90000" tIns="45000" bIns="45000" anchor="t">
            <a:spAutoFit/>
          </a:bodyPr>
          <a:p>
            <a:pPr marL="343080" indent="-343080" algn="just" defTabSz="914400">
              <a:lnSpc>
                <a:spcPct val="100000"/>
              </a:lnSpc>
              <a:buClr>
                <a:srgbClr val="000000"/>
              </a:buClr>
              <a:buFont typeface="Arial"/>
              <a:buChar char="•"/>
              <a:tabLst>
                <a:tab algn="l" pos="0"/>
              </a:tabLst>
            </a:pPr>
            <a:r>
              <a:rPr b="0" lang="en-US" sz="2400" spc="-1" strike="noStrike">
                <a:solidFill>
                  <a:schemeClr val="dk1"/>
                </a:solidFill>
                <a:latin typeface="Times New Roman"/>
                <a:ea typeface="Gelasio Semi Bold"/>
              </a:rPr>
              <a:t>API Development: </a:t>
            </a:r>
            <a:r>
              <a:rPr b="0" lang="en-US" sz="2400" spc="-1" strike="noStrike">
                <a:solidFill>
                  <a:schemeClr val="dk1"/>
                </a:solidFill>
                <a:latin typeface="Times New Roman"/>
                <a:ea typeface="Gelasio"/>
              </a:rPr>
              <a:t>Express.js is used to build RESTful APIs for data access and interaction with the front end.</a:t>
            </a:r>
            <a:endParaRPr b="0" lang="en-IN" sz="24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400" spc="-1" strike="noStrike">
                <a:solidFill>
                  <a:schemeClr val="dk1"/>
                </a:solidFill>
                <a:latin typeface="Times New Roman"/>
                <a:ea typeface="Gelasio Semi Bold"/>
              </a:rPr>
              <a:t>Data Management</a:t>
            </a:r>
            <a:r>
              <a:rPr b="0" lang="en-IN" sz="2400" spc="-1" strike="noStrike">
                <a:solidFill>
                  <a:schemeClr val="dk1"/>
                </a:solidFill>
                <a:latin typeface="Times New Roman"/>
                <a:ea typeface="Gelasio Semi Bold"/>
              </a:rPr>
              <a:t>: </a:t>
            </a:r>
            <a:r>
              <a:rPr b="0" lang="en-US" sz="2400" spc="-1" strike="noStrike">
                <a:solidFill>
                  <a:schemeClr val="dk1"/>
                </a:solidFill>
                <a:latin typeface="Times New Roman"/>
                <a:ea typeface="Gelasio"/>
              </a:rPr>
              <a:t>MongoDB provides a flexible and scalable database for storing and retrieving property and user data.</a:t>
            </a:r>
            <a:endParaRPr b="0" lang="en-IN" sz="24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400" spc="-1" strike="noStrike">
                <a:solidFill>
                  <a:schemeClr val="dk1"/>
                </a:solidFill>
                <a:latin typeface="Times New Roman"/>
                <a:ea typeface="Gelasio Semi Bold"/>
              </a:rPr>
              <a:t>Authentication and Authorization : </a:t>
            </a:r>
            <a:r>
              <a:rPr b="0" lang="en-US" sz="2400" spc="-1" strike="noStrike">
                <a:solidFill>
                  <a:schemeClr val="dk1"/>
                </a:solidFill>
                <a:latin typeface="Times New Roman"/>
                <a:ea typeface="Gelasio"/>
              </a:rPr>
              <a:t>Node.js handles user authentication and authorization, ensuring secure access to data.</a:t>
            </a:r>
            <a:endParaRPr b="0" lang="en-IN" sz="2400" spc="-1" strike="noStrike">
              <a:solidFill>
                <a:srgbClr val="000000"/>
              </a:solidFill>
              <a:latin typeface="Arial"/>
            </a:endParaRPr>
          </a:p>
          <a:p>
            <a:pPr marL="343080" indent="-343080" algn="just" defTabSz="914400">
              <a:lnSpc>
                <a:spcPct val="100000"/>
              </a:lnSpc>
              <a:buClr>
                <a:srgbClr val="000000"/>
              </a:buClr>
              <a:buFont typeface="Arial"/>
              <a:buChar char="•"/>
              <a:tabLst>
                <a:tab algn="l" pos="0"/>
              </a:tabLst>
            </a:pPr>
            <a:r>
              <a:rPr b="0" lang="en-US" sz="2400" spc="-1" strike="noStrike">
                <a:solidFill>
                  <a:schemeClr val="dk1"/>
                </a:solidFill>
                <a:latin typeface="Times New Roman"/>
                <a:ea typeface="Gelasio Semi Bold"/>
              </a:rPr>
              <a:t>Payment Processing: </a:t>
            </a:r>
            <a:r>
              <a:rPr b="0" lang="en-US" sz="2400" spc="-1" strike="noStrike">
                <a:solidFill>
                  <a:schemeClr val="dk1"/>
                </a:solidFill>
                <a:latin typeface="Times New Roman"/>
                <a:ea typeface="Gelasio"/>
              </a:rPr>
              <a:t>Integration with payment gateways facilitates secure online transactions for rental payments.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MasterSp="0">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3466800" y="401760"/>
            <a:ext cx="5257440" cy="963720"/>
          </a:xfrm>
          <a:prstGeom prst="rect">
            <a:avLst/>
          </a:prstGeom>
          <a:noFill/>
          <a:ln w="0">
            <a:noFill/>
          </a:ln>
        </p:spPr>
        <p:txBody>
          <a:bodyPr lIns="0" rIns="0" tIns="0" bIns="0" anchor="t">
            <a:noAutofit/>
          </a:bodyPr>
          <a:p>
            <a:pPr indent="0" defTabSz="914400">
              <a:lnSpc>
                <a:spcPct val="100000"/>
              </a:lnSpc>
              <a:buNone/>
              <a:tabLst>
                <a:tab algn="l" pos="0"/>
              </a:tabLst>
            </a:pPr>
            <a:r>
              <a:rPr b="0" lang="en-GB" sz="4400" spc="-1" strike="noStrike">
                <a:solidFill>
                  <a:schemeClr val="dk1"/>
                </a:solidFill>
                <a:latin typeface="Times New Roman"/>
              </a:rPr>
              <a:t>WORKING MODEL</a:t>
            </a:r>
            <a:endParaRPr b="0" lang="en-US" sz="4400" spc="-1" strike="noStrike">
              <a:solidFill>
                <a:schemeClr val="dk1"/>
              </a:solidFill>
              <a:latin typeface="Calibri"/>
            </a:endParaRPr>
          </a:p>
        </p:txBody>
      </p:sp>
      <p:pic>
        <p:nvPicPr>
          <p:cNvPr id="61" name="Picture 2" descr=""/>
          <p:cNvPicPr/>
          <p:nvPr/>
        </p:nvPicPr>
        <p:blipFill>
          <a:blip r:embed="rId1"/>
          <a:stretch/>
        </p:blipFill>
        <p:spPr>
          <a:xfrm>
            <a:off x="871560" y="1486800"/>
            <a:ext cx="4572000" cy="2136240"/>
          </a:xfrm>
          <a:prstGeom prst="rect">
            <a:avLst/>
          </a:prstGeom>
          <a:ln w="0">
            <a:noFill/>
          </a:ln>
        </p:spPr>
      </p:pic>
      <p:pic>
        <p:nvPicPr>
          <p:cNvPr id="62" name="Picture 4" descr=""/>
          <p:cNvPicPr/>
          <p:nvPr/>
        </p:nvPicPr>
        <p:blipFill>
          <a:blip r:embed="rId2"/>
          <a:stretch/>
        </p:blipFill>
        <p:spPr>
          <a:xfrm>
            <a:off x="6358320" y="1486800"/>
            <a:ext cx="4961880" cy="2136240"/>
          </a:xfrm>
          <a:prstGeom prst="rect">
            <a:avLst/>
          </a:prstGeom>
          <a:ln w="0">
            <a:noFill/>
          </a:ln>
        </p:spPr>
      </p:pic>
      <p:pic>
        <p:nvPicPr>
          <p:cNvPr id="63" name="Picture 6" descr=""/>
          <p:cNvPicPr/>
          <p:nvPr/>
        </p:nvPicPr>
        <p:blipFill>
          <a:blip r:embed="rId3"/>
          <a:stretch/>
        </p:blipFill>
        <p:spPr>
          <a:xfrm>
            <a:off x="871560" y="4030200"/>
            <a:ext cx="4572000" cy="2251800"/>
          </a:xfrm>
          <a:prstGeom prst="rect">
            <a:avLst/>
          </a:prstGeom>
          <a:ln w="0">
            <a:noFill/>
          </a:ln>
        </p:spPr>
      </p:pic>
      <p:pic>
        <p:nvPicPr>
          <p:cNvPr id="64" name="Picture 8" descr=""/>
          <p:cNvPicPr/>
          <p:nvPr/>
        </p:nvPicPr>
        <p:blipFill>
          <a:blip r:embed="rId4"/>
          <a:stretch/>
        </p:blipFill>
        <p:spPr>
          <a:xfrm>
            <a:off x="6358320" y="4030200"/>
            <a:ext cx="4980600" cy="225180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4152960" y="790920"/>
            <a:ext cx="3885840" cy="642960"/>
          </a:xfrm>
          <a:prstGeom prst="rect">
            <a:avLst/>
          </a:prstGeom>
          <a:noFill/>
          <a:ln w="0">
            <a:noFill/>
          </a:ln>
        </p:spPr>
        <p:txBody>
          <a:bodyPr lIns="0" rIns="0" tIns="0" bIns="0" anchor="t">
            <a:noAutofit/>
          </a:bodyPr>
          <a:p>
            <a:pPr indent="0" defTabSz="914400">
              <a:lnSpc>
                <a:spcPct val="100000"/>
              </a:lnSpc>
              <a:buNone/>
              <a:tabLst>
                <a:tab algn="l" pos="0"/>
              </a:tabLst>
            </a:pPr>
            <a:r>
              <a:rPr b="0" lang="en-GB" sz="4400" spc="-1" strike="noStrike">
                <a:solidFill>
                  <a:schemeClr val="dk1"/>
                </a:solidFill>
                <a:latin typeface="Times New Roman"/>
              </a:rPr>
              <a:t>CONCLUSION</a:t>
            </a:r>
            <a:endParaRPr b="0" lang="en-US" sz="4400" spc="-1" strike="noStrike">
              <a:solidFill>
                <a:schemeClr val="dk1"/>
              </a:solidFill>
              <a:latin typeface="Calibri"/>
            </a:endParaRPr>
          </a:p>
        </p:txBody>
      </p:sp>
      <p:sp>
        <p:nvSpPr>
          <p:cNvPr id="66" name="TextBox 3"/>
          <p:cNvSpPr/>
          <p:nvPr/>
        </p:nvSpPr>
        <p:spPr>
          <a:xfrm>
            <a:off x="1227600" y="1947600"/>
            <a:ext cx="9736200" cy="3747240"/>
          </a:xfrm>
          <a:prstGeom prst="rect">
            <a:avLst/>
          </a:prstGeom>
          <a:noFill/>
          <a:ln w="0">
            <a:noFill/>
          </a:ln>
        </p:spPr>
        <p:style>
          <a:lnRef idx="0"/>
          <a:fillRef idx="0"/>
          <a:effectRef idx="0"/>
          <a:fontRef idx="minor"/>
        </p:style>
        <p:txBody>
          <a:bodyPr lIns="90000" rIns="90000" tIns="45000" bIns="45000" anchor="t">
            <a:spAutoFit/>
          </a:bodyPr>
          <a:p>
            <a:pPr algn="just" defTabSz="914400">
              <a:lnSpc>
                <a:spcPct val="100000"/>
              </a:lnSpc>
            </a:pPr>
            <a:r>
              <a:rPr b="0" lang="en-GB" sz="2400" spc="-1" strike="noStrike">
                <a:solidFill>
                  <a:schemeClr val="dk1"/>
                </a:solidFill>
                <a:latin typeface="Times New Roman"/>
              </a:rPr>
              <a:t>The proposed </a:t>
            </a:r>
            <a:r>
              <a:rPr b="1" lang="en-GB" sz="2400" spc="-1" strike="noStrike">
                <a:solidFill>
                  <a:schemeClr val="dk1"/>
                </a:solidFill>
                <a:latin typeface="Times New Roman"/>
              </a:rPr>
              <a:t>House Rent App using the MERN stack</a:t>
            </a:r>
            <a:r>
              <a:rPr b="0" lang="en-GB" sz="2400" spc="-1" strike="noStrike">
                <a:solidFill>
                  <a:schemeClr val="dk1"/>
                </a:solidFill>
                <a:latin typeface="Times New Roman"/>
              </a:rPr>
              <a:t> offers a comprehensive and efficient solution for property rental management, bridging the gap between landlords and tenants. By leveraging the power of MongoDB, Express.js, React, and Node.js, the system ensures a fast, scalable, and secure platform that can handle user registrations, property listings, bookings, payments, and communication seamlessly.</a:t>
            </a:r>
            <a:endParaRPr b="0" lang="en-IN" sz="2400" spc="-1" strike="noStrike">
              <a:solidFill>
                <a:srgbClr val="000000"/>
              </a:solidFill>
              <a:latin typeface="Arial"/>
            </a:endParaRPr>
          </a:p>
          <a:p>
            <a:pPr algn="just" defTabSz="914400">
              <a:lnSpc>
                <a:spcPct val="100000"/>
              </a:lnSpc>
            </a:pPr>
            <a:r>
              <a:rPr b="0" lang="en-GB" sz="2400" spc="-1" strike="noStrike">
                <a:solidFill>
                  <a:schemeClr val="dk1"/>
                </a:solidFill>
                <a:latin typeface="Times New Roman"/>
              </a:rPr>
              <a:t>The application not only simplifies the property renting process but also enhances user experience by providing easy search, secure transactions, and role-based access controls. Its flexible architecture and modular design allow for future scalability and the addition of new features as the platform evolves.</a:t>
            </a:r>
            <a:endParaRPr b="0" lang="en-IN"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4343040" y="3081240"/>
            <a:ext cx="3505320" cy="695160"/>
          </a:xfrm>
          <a:prstGeom prst="rect">
            <a:avLst/>
          </a:prstGeom>
          <a:noFill/>
          <a:ln w="0">
            <a:noFill/>
          </a:ln>
        </p:spPr>
        <p:txBody>
          <a:bodyPr lIns="0" rIns="0" tIns="0" bIns="0" anchor="ctr">
            <a:noAutofit/>
          </a:bodyPr>
          <a:p>
            <a:pPr indent="0" defTabSz="914400">
              <a:lnSpc>
                <a:spcPct val="90000"/>
              </a:lnSpc>
              <a:buNone/>
            </a:pPr>
            <a:r>
              <a:rPr b="0" lang="en-US" sz="4400" spc="-1" strike="noStrike">
                <a:solidFill>
                  <a:schemeClr val="dk1"/>
                </a:solidFill>
                <a:latin typeface="Times New Roman"/>
              </a:rPr>
              <a:t>THANK YOU</a:t>
            </a:r>
            <a:endParaRPr b="0" lang="en-US" sz="4400" spc="-1" strike="noStrike">
              <a:solidFill>
                <a:schemeClr val="dk1"/>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336</TotalTime>
  <Application>LibreOffice/24.2.5.2$Windows_X86_64 LibreOffice_project/bffef4ea93e59bebbeaf7f431bb02b1a39ee8a59</Application>
  <AppVersion>15.0000</AppVersion>
  <Words>700</Words>
  <Paragraphs>39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2024-02-15T12:58:00Z</dcterms:created>
  <dc:creator>Shirley</dc:creator>
  <dc:description/>
  <dc:language>en-IN</dc:language>
  <cp:lastModifiedBy/>
  <dcterms:modified xsi:type="dcterms:W3CDTF">2024-10-18T16:52:34Z</dcterms:modified>
  <cp:revision>7</cp:revision>
  <dc:subject/>
  <dc:title>Parking slot detection using yoloV8 and IOU threshold to detect whether car is parked correctly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y fmtid="{D5CDD505-2E9C-101B-9397-08002B2CF9AE}" pid="3" name="Notes">
    <vt:i4>1</vt:i4>
  </property>
  <property fmtid="{D5CDD505-2E9C-101B-9397-08002B2CF9AE}" pid="4" name="PresentationFormat">
    <vt:lpwstr>Widescreen</vt:lpwstr>
  </property>
  <property fmtid="{D5CDD505-2E9C-101B-9397-08002B2CF9AE}" pid="5" name="Slides">
    <vt:i4>10</vt:i4>
  </property>
</Properties>
</file>